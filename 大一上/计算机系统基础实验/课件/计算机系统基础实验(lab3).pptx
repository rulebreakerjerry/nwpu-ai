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50" r:id="rId1"/>
    <p:sldMasterId id="2147483651" r:id="rId2"/>
    <p:sldMasterId id="2147483727" r:id="rId3"/>
  </p:sldMasterIdLst>
  <p:notesMasterIdLst>
    <p:notesMasterId r:id="rId27"/>
  </p:notesMasterIdLst>
  <p:handoutMasterIdLst>
    <p:handoutMasterId r:id="rId28"/>
  </p:handoutMasterIdLst>
  <p:sldIdLst>
    <p:sldId id="2159" r:id="rId4"/>
    <p:sldId id="2261" r:id="rId5"/>
    <p:sldId id="2317" r:id="rId6"/>
    <p:sldId id="2368" r:id="rId7"/>
    <p:sldId id="2394" r:id="rId8"/>
    <p:sldId id="2285" r:id="rId9"/>
    <p:sldId id="2369" r:id="rId10"/>
    <p:sldId id="2286" r:id="rId11"/>
    <p:sldId id="2323" r:id="rId12"/>
    <p:sldId id="2324" r:id="rId13"/>
    <p:sldId id="2325" r:id="rId14"/>
    <p:sldId id="2288" r:id="rId15"/>
    <p:sldId id="2370" r:id="rId16"/>
    <p:sldId id="2371" r:id="rId17"/>
    <p:sldId id="2318" r:id="rId18"/>
    <p:sldId id="2326" r:id="rId19"/>
    <p:sldId id="2398" r:id="rId20"/>
    <p:sldId id="2372" r:id="rId21"/>
    <p:sldId id="2400" r:id="rId22"/>
    <p:sldId id="2328" r:id="rId23"/>
    <p:sldId id="2329" r:id="rId24"/>
    <p:sldId id="2330" r:id="rId25"/>
    <p:sldId id="2373" r:id="rId26"/>
  </p:sldIdLst>
  <p:sldSz cx="9144000" cy="6858000" type="screen4x3"/>
  <p:notesSz cx="6815138" cy="9931400"/>
  <p:embeddedFontLst>
    <p:embeddedFont>
      <p:font typeface="Cambria Math" panose="02040503050406030204" pitchFamily="18" charset="0"/>
      <p:regular r:id="rId29"/>
    </p:embeddedFont>
    <p:embeddedFont>
      <p:font typeface="Candara" panose="020E0502030303020204" pitchFamily="34" charset="0"/>
      <p:regular r:id="rId30"/>
      <p:bold r:id="rId31"/>
      <p:italic r:id="rId32"/>
      <p:boldItalic r:id="rId33"/>
    </p:embeddedFont>
    <p:embeddedFont>
      <p:font typeface="Verdana" panose="020B0604030504040204" pitchFamily="34" charset="0"/>
      <p:regular r:id="rId34"/>
      <p:bold r:id="rId35"/>
      <p:italic r:id="rId36"/>
      <p:boldItalic r:id="rId37"/>
    </p:embeddedFont>
    <p:embeddedFont>
      <p:font typeface="黑体" panose="02010609060101010101" pitchFamily="49" charset="-122"/>
      <p:regular r:id="rId38"/>
    </p:embeddedFont>
    <p:embeddedFont>
      <p:font typeface="楷体" panose="02010609060101010101" pitchFamily="49" charset="-122"/>
      <p:regular r:id="rId39"/>
    </p:embeddedFont>
    <p:embeddedFont>
      <p:font typeface="微软雅黑" panose="020B0503020204020204" pitchFamily="34" charset="-122"/>
      <p:regular r:id="rId40"/>
      <p:bold r:id="rId41"/>
    </p:embeddedFont>
  </p:embeddedFontLst>
  <p:custDataLst>
    <p:tags r:id="rId42"/>
  </p:custDataLst>
  <p:defaultTextStyle>
    <a:defPPr>
      <a:defRPr lang="zh-CN"/>
    </a:defPPr>
    <a:lvl1pPr algn="r" rtl="0" fontAlgn="base">
      <a:spcBef>
        <a:spcPct val="0"/>
      </a:spcBef>
      <a:spcAft>
        <a:spcPct val="0"/>
      </a:spcAft>
      <a:defRPr i="1" kern="1200">
        <a:solidFill>
          <a:schemeClr val="tx1"/>
        </a:solidFill>
        <a:latin typeface="Arial" pitchFamily="34" charset="0"/>
        <a:ea typeface="华文细黑" pitchFamily="2" charset="-122"/>
        <a:cs typeface="+mn-cs"/>
      </a:defRPr>
    </a:lvl1pPr>
    <a:lvl2pPr marL="457200" algn="r" rtl="0" fontAlgn="base">
      <a:spcBef>
        <a:spcPct val="0"/>
      </a:spcBef>
      <a:spcAft>
        <a:spcPct val="0"/>
      </a:spcAft>
      <a:defRPr i="1" kern="1200">
        <a:solidFill>
          <a:schemeClr val="tx1"/>
        </a:solidFill>
        <a:latin typeface="Arial" pitchFamily="34" charset="0"/>
        <a:ea typeface="华文细黑" pitchFamily="2" charset="-122"/>
        <a:cs typeface="+mn-cs"/>
      </a:defRPr>
    </a:lvl2pPr>
    <a:lvl3pPr marL="914400" algn="r" rtl="0" fontAlgn="base">
      <a:spcBef>
        <a:spcPct val="0"/>
      </a:spcBef>
      <a:spcAft>
        <a:spcPct val="0"/>
      </a:spcAft>
      <a:defRPr i="1" kern="1200">
        <a:solidFill>
          <a:schemeClr val="tx1"/>
        </a:solidFill>
        <a:latin typeface="Arial" pitchFamily="34" charset="0"/>
        <a:ea typeface="华文细黑" pitchFamily="2" charset="-122"/>
        <a:cs typeface="+mn-cs"/>
      </a:defRPr>
    </a:lvl3pPr>
    <a:lvl4pPr marL="1371600" algn="r" rtl="0" fontAlgn="base">
      <a:spcBef>
        <a:spcPct val="0"/>
      </a:spcBef>
      <a:spcAft>
        <a:spcPct val="0"/>
      </a:spcAft>
      <a:defRPr i="1" kern="1200">
        <a:solidFill>
          <a:schemeClr val="tx1"/>
        </a:solidFill>
        <a:latin typeface="Arial" pitchFamily="34" charset="0"/>
        <a:ea typeface="华文细黑" pitchFamily="2" charset="-122"/>
        <a:cs typeface="+mn-cs"/>
      </a:defRPr>
    </a:lvl4pPr>
    <a:lvl5pPr marL="1828800" algn="r" rtl="0" fontAlgn="base">
      <a:spcBef>
        <a:spcPct val="0"/>
      </a:spcBef>
      <a:spcAft>
        <a:spcPct val="0"/>
      </a:spcAft>
      <a:defRPr i="1" kern="1200">
        <a:solidFill>
          <a:schemeClr val="tx1"/>
        </a:solidFill>
        <a:latin typeface="Arial" pitchFamily="34" charset="0"/>
        <a:ea typeface="华文细黑" pitchFamily="2" charset="-122"/>
        <a:cs typeface="+mn-cs"/>
      </a:defRPr>
    </a:lvl5pPr>
    <a:lvl6pPr marL="2286000" algn="l" defTabSz="914400" rtl="0" eaLnBrk="1" latinLnBrk="0" hangingPunct="1">
      <a:defRPr i="1" kern="1200">
        <a:solidFill>
          <a:schemeClr val="tx1"/>
        </a:solidFill>
        <a:latin typeface="Arial" pitchFamily="34" charset="0"/>
        <a:ea typeface="华文细黑" pitchFamily="2" charset="-122"/>
        <a:cs typeface="+mn-cs"/>
      </a:defRPr>
    </a:lvl6pPr>
    <a:lvl7pPr marL="2743200" algn="l" defTabSz="914400" rtl="0" eaLnBrk="1" latinLnBrk="0" hangingPunct="1">
      <a:defRPr i="1" kern="1200">
        <a:solidFill>
          <a:schemeClr val="tx1"/>
        </a:solidFill>
        <a:latin typeface="Arial" pitchFamily="34" charset="0"/>
        <a:ea typeface="华文细黑" pitchFamily="2" charset="-122"/>
        <a:cs typeface="+mn-cs"/>
      </a:defRPr>
    </a:lvl7pPr>
    <a:lvl8pPr marL="3200400" algn="l" defTabSz="914400" rtl="0" eaLnBrk="1" latinLnBrk="0" hangingPunct="1">
      <a:defRPr i="1" kern="1200">
        <a:solidFill>
          <a:schemeClr val="tx1"/>
        </a:solidFill>
        <a:latin typeface="Arial" pitchFamily="34" charset="0"/>
        <a:ea typeface="华文细黑" pitchFamily="2" charset="-122"/>
        <a:cs typeface="+mn-cs"/>
      </a:defRPr>
    </a:lvl8pPr>
    <a:lvl9pPr marL="3657600" algn="l" defTabSz="914400" rtl="0" eaLnBrk="1" latinLnBrk="0" hangingPunct="1">
      <a:defRPr i="1" kern="1200">
        <a:solidFill>
          <a:schemeClr val="tx1"/>
        </a:solidFill>
        <a:latin typeface="Arial" pitchFamily="34" charset="0"/>
        <a:ea typeface="华文细黑" pitchFamily="2" charset="-122"/>
        <a:cs typeface="+mn-cs"/>
      </a:defRPr>
    </a:lvl9pPr>
  </p:defaultTextStyle>
  <p:extLst>
    <p:ext uri="{EFAFB233-063F-42B5-8137-9DF3F51BA10A}">
      <p15:sldGuideLst xmlns:p15="http://schemas.microsoft.com/office/powerpoint/2012/main">
        <p15:guide id="1" orient="horz" pos="3748">
          <p15:clr>
            <a:srgbClr val="A4A3A4"/>
          </p15:clr>
        </p15:guide>
        <p15:guide id="2" pos="2880">
          <p15:clr>
            <a:srgbClr val="A4A3A4"/>
          </p15:clr>
        </p15:guide>
        <p15:guide id="3" pos="4195" userDrawn="1">
          <p15:clr>
            <a:srgbClr val="A4A3A4"/>
          </p15:clr>
        </p15:guide>
        <p15:guide id="4" pos="5465">
          <p15:clr>
            <a:srgbClr val="A4A3A4"/>
          </p15:clr>
        </p15:guide>
      </p15:sldGuideLst>
    </p:ext>
    <p:ext uri="{2D200454-40CA-4A62-9FC3-DE9A4176ACB9}">
      <p15:notesGuideLst xmlns:p15="http://schemas.microsoft.com/office/powerpoint/2012/main">
        <p15:guide id="1" orient="horz" pos="3128">
          <p15:clr>
            <a:srgbClr val="A4A3A4"/>
          </p15:clr>
        </p15:guide>
        <p15:guide id="2" pos="214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o yan" initials="gy" lastIdx="1" clrIdx="0">
    <p:extLst>
      <p:ext uri="{19B8F6BF-5375-455C-9EA6-DF929625EA0E}">
        <p15:presenceInfo xmlns:p15="http://schemas.microsoft.com/office/powerpoint/2012/main" userId="f057df4a5d6f604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FF00FF"/>
    <a:srgbClr val="0E706E"/>
    <a:srgbClr val="CC3300"/>
    <a:srgbClr val="86BC64"/>
    <a:srgbClr val="FFFFCC"/>
    <a:srgbClr val="FF99FF"/>
    <a:srgbClr val="FF9999"/>
    <a:srgbClr val="0D71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00" autoAdjust="0"/>
    <p:restoredTop sz="87772" autoAdjust="0"/>
  </p:normalViewPr>
  <p:slideViewPr>
    <p:cSldViewPr>
      <p:cViewPr varScale="1">
        <p:scale>
          <a:sx n="91" d="100"/>
          <a:sy n="91" d="100"/>
        </p:scale>
        <p:origin x="828" y="51"/>
      </p:cViewPr>
      <p:guideLst>
        <p:guide orient="horz" pos="3748"/>
        <p:guide pos="2880"/>
        <p:guide pos="4195"/>
        <p:guide pos="5465"/>
      </p:guideLst>
    </p:cSldViewPr>
  </p:slideViewPr>
  <p:outlineViewPr>
    <p:cViewPr>
      <p:scale>
        <a:sx n="33" d="100"/>
        <a:sy n="33" d="100"/>
      </p:scale>
      <p:origin x="0" y="186"/>
    </p:cViewPr>
  </p:outlineViewPr>
  <p:notesTextViewPr>
    <p:cViewPr>
      <p:scale>
        <a:sx n="100" d="100"/>
        <a:sy n="100" d="100"/>
      </p:scale>
      <p:origin x="0" y="0"/>
    </p:cViewPr>
  </p:notesTextViewPr>
  <p:sorterViewPr>
    <p:cViewPr>
      <p:scale>
        <a:sx n="66" d="100"/>
        <a:sy n="66" d="100"/>
      </p:scale>
      <p:origin x="0" y="30786"/>
    </p:cViewPr>
  </p:sorterViewPr>
  <p:notesViewPr>
    <p:cSldViewPr>
      <p:cViewPr varScale="1">
        <p:scale>
          <a:sx n="71" d="100"/>
          <a:sy n="71" d="100"/>
        </p:scale>
        <p:origin x="-2274" y="-114"/>
      </p:cViewPr>
      <p:guideLst>
        <p:guide orient="horz" pos="3128"/>
        <p:guide pos="214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1.fntdata"/><Relationship Id="rId21" Type="http://schemas.openxmlformats.org/officeDocument/2006/relationships/slide" Target="slides/slide18.xml"/><Relationship Id="rId34" Type="http://schemas.openxmlformats.org/officeDocument/2006/relationships/font" Target="fonts/font6.fntdata"/><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commentAuthors" Target="commentAuthor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52750" cy="496888"/>
          </a:xfrm>
          <a:prstGeom prst="rect">
            <a:avLst/>
          </a:prstGeom>
        </p:spPr>
        <p:txBody>
          <a:bodyPr vert="horz" lIns="91440" tIns="45720" rIns="91440" bIns="45720" rtlCol="0"/>
          <a:lstStyle>
            <a:lvl1pPr algn="l">
              <a:defRPr sz="1200">
                <a:latin typeface="Arial" charset="0"/>
              </a:defRPr>
            </a:lvl1pPr>
          </a:lstStyle>
          <a:p>
            <a:pPr>
              <a:defRPr/>
            </a:pPr>
            <a:endParaRPr lang="zh-CN" altLang="en-US"/>
          </a:p>
        </p:txBody>
      </p:sp>
      <p:sp>
        <p:nvSpPr>
          <p:cNvPr id="3" name="日期占位符 2"/>
          <p:cNvSpPr>
            <a:spLocks noGrp="1"/>
          </p:cNvSpPr>
          <p:nvPr>
            <p:ph type="dt" sz="quarter" idx="1"/>
          </p:nvPr>
        </p:nvSpPr>
        <p:spPr>
          <a:xfrm>
            <a:off x="3860800" y="0"/>
            <a:ext cx="2952750" cy="496888"/>
          </a:xfrm>
          <a:prstGeom prst="rect">
            <a:avLst/>
          </a:prstGeom>
        </p:spPr>
        <p:txBody>
          <a:bodyPr vert="horz" lIns="91440" tIns="45720" rIns="91440" bIns="45720" rtlCol="0"/>
          <a:lstStyle>
            <a:lvl1pPr algn="r">
              <a:defRPr sz="1200">
                <a:latin typeface="Arial" charset="0"/>
              </a:defRPr>
            </a:lvl1pPr>
          </a:lstStyle>
          <a:p>
            <a:pPr>
              <a:defRPr/>
            </a:pPr>
            <a:fld id="{3DD7F52D-F085-4CD2-A7CA-4AE6214067E6}" type="datetimeFigureOut">
              <a:rPr lang="zh-CN" altLang="en-US"/>
              <a:pPr>
                <a:defRPr/>
              </a:pPr>
              <a:t>2025/12/2</a:t>
            </a:fld>
            <a:endParaRPr lang="zh-CN" altLang="en-US"/>
          </a:p>
        </p:txBody>
      </p:sp>
      <p:sp>
        <p:nvSpPr>
          <p:cNvPr id="4" name="页脚占位符 3"/>
          <p:cNvSpPr>
            <a:spLocks noGrp="1"/>
          </p:cNvSpPr>
          <p:nvPr>
            <p:ph type="ftr" sz="quarter" idx="2"/>
          </p:nvPr>
        </p:nvSpPr>
        <p:spPr>
          <a:xfrm>
            <a:off x="0" y="9432925"/>
            <a:ext cx="2952750" cy="496888"/>
          </a:xfrm>
          <a:prstGeom prst="rect">
            <a:avLst/>
          </a:prstGeom>
        </p:spPr>
        <p:txBody>
          <a:bodyPr vert="horz" lIns="91440" tIns="45720" rIns="91440" bIns="45720" rtlCol="0" anchor="b"/>
          <a:lstStyle>
            <a:lvl1pPr algn="l">
              <a:defRPr sz="1200">
                <a:latin typeface="Arial" charset="0"/>
              </a:defRPr>
            </a:lvl1pPr>
          </a:lstStyle>
          <a:p>
            <a:pPr>
              <a:defRPr/>
            </a:pPr>
            <a:endParaRPr lang="zh-CN" altLang="en-US"/>
          </a:p>
        </p:txBody>
      </p:sp>
      <p:sp>
        <p:nvSpPr>
          <p:cNvPr id="5" name="灯片编号占位符 4"/>
          <p:cNvSpPr>
            <a:spLocks noGrp="1"/>
          </p:cNvSpPr>
          <p:nvPr>
            <p:ph type="sldNum" sz="quarter" idx="3"/>
          </p:nvPr>
        </p:nvSpPr>
        <p:spPr>
          <a:xfrm>
            <a:off x="3860800" y="9432925"/>
            <a:ext cx="2952750" cy="496888"/>
          </a:xfrm>
          <a:prstGeom prst="rect">
            <a:avLst/>
          </a:prstGeom>
        </p:spPr>
        <p:txBody>
          <a:bodyPr vert="horz" lIns="91440" tIns="45720" rIns="91440" bIns="45720" rtlCol="0" anchor="b"/>
          <a:lstStyle>
            <a:lvl1pPr algn="r">
              <a:defRPr sz="1200">
                <a:latin typeface="Arial" charset="0"/>
              </a:defRPr>
            </a:lvl1pPr>
          </a:lstStyle>
          <a:p>
            <a:pPr>
              <a:defRPr/>
            </a:pPr>
            <a:fld id="{2D923B7C-81D8-47A3-B5E4-D3EA080C53FD}" type="slidenum">
              <a:rPr lang="zh-CN" altLang="en-US"/>
              <a:pPr>
                <a:defRPr/>
              </a:pPr>
              <a:t>‹#›</a:t>
            </a:fld>
            <a:endParaRPr lang="zh-CN" altLang="en-US"/>
          </a:p>
        </p:txBody>
      </p:sp>
    </p:spTree>
    <p:extLst>
      <p:ext uri="{BB962C8B-B14F-4D97-AF65-F5344CB8AC3E}">
        <p14:creationId xmlns:p14="http://schemas.microsoft.com/office/powerpoint/2010/main" val="928912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527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i="0">
                <a:latin typeface="Arial" charset="0"/>
              </a:defRPr>
            </a:lvl1pPr>
          </a:lstStyle>
          <a:p>
            <a:pPr>
              <a:defRPr/>
            </a:pPr>
            <a:endParaRPr lang="en-US" altLang="zh-CN"/>
          </a:p>
        </p:txBody>
      </p:sp>
      <p:sp>
        <p:nvSpPr>
          <p:cNvPr id="19459" name="Rectangle 3"/>
          <p:cNvSpPr>
            <a:spLocks noGrp="1" noChangeArrowheads="1"/>
          </p:cNvSpPr>
          <p:nvPr>
            <p:ph type="dt" idx="1"/>
          </p:nvPr>
        </p:nvSpPr>
        <p:spPr bwMode="auto">
          <a:xfrm>
            <a:off x="3860800" y="0"/>
            <a:ext cx="295275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0">
                <a:latin typeface="Arial" charset="0"/>
              </a:defRPr>
            </a:lvl1pPr>
          </a:lstStyle>
          <a:p>
            <a:pPr>
              <a:defRPr/>
            </a:pPr>
            <a:endParaRPr lang="en-US" altLang="zh-CN"/>
          </a:p>
        </p:txBody>
      </p:sp>
      <p:sp>
        <p:nvSpPr>
          <p:cNvPr id="31748" name="Rectangle 4"/>
          <p:cNvSpPr>
            <a:spLocks noGrp="1" noRot="1" noChangeAspect="1" noChangeArrowheads="1" noTextEdit="1"/>
          </p:cNvSpPr>
          <p:nvPr>
            <p:ph type="sldImg" idx="2"/>
          </p:nvPr>
        </p:nvSpPr>
        <p:spPr bwMode="auto">
          <a:xfrm>
            <a:off x="925513" y="744538"/>
            <a:ext cx="4965700" cy="3724275"/>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681038" y="4718050"/>
            <a:ext cx="5453062" cy="44688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9462" name="Rectangle 6"/>
          <p:cNvSpPr>
            <a:spLocks noGrp="1" noChangeArrowheads="1"/>
          </p:cNvSpPr>
          <p:nvPr>
            <p:ph type="ftr" sz="quarter" idx="4"/>
          </p:nvPr>
        </p:nvSpPr>
        <p:spPr bwMode="auto">
          <a:xfrm>
            <a:off x="0" y="9432925"/>
            <a:ext cx="29527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i="0">
                <a:latin typeface="Arial" charset="0"/>
              </a:defRPr>
            </a:lvl1pPr>
          </a:lstStyle>
          <a:p>
            <a:pPr>
              <a:defRPr/>
            </a:pPr>
            <a:endParaRPr lang="en-US" altLang="zh-CN"/>
          </a:p>
        </p:txBody>
      </p:sp>
      <p:sp>
        <p:nvSpPr>
          <p:cNvPr id="19463" name="Rectangle 7"/>
          <p:cNvSpPr>
            <a:spLocks noGrp="1" noChangeArrowheads="1"/>
          </p:cNvSpPr>
          <p:nvPr>
            <p:ph type="sldNum" sz="quarter" idx="5"/>
          </p:nvPr>
        </p:nvSpPr>
        <p:spPr bwMode="auto">
          <a:xfrm>
            <a:off x="3860800" y="9432925"/>
            <a:ext cx="295275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i="0">
                <a:latin typeface="Arial" charset="0"/>
              </a:defRPr>
            </a:lvl1pPr>
          </a:lstStyle>
          <a:p>
            <a:pPr>
              <a:defRPr/>
            </a:pPr>
            <a:fld id="{89A25885-19A0-4B7A-B2E2-AF4EC845AC69}" type="slidenum">
              <a:rPr lang="en-US" altLang="zh-CN"/>
              <a:pPr>
                <a:defRPr/>
              </a:pPr>
              <a:t>‹#›</a:t>
            </a:fld>
            <a:endParaRPr lang="en-US" altLang="zh-CN"/>
          </a:p>
        </p:txBody>
      </p:sp>
    </p:spTree>
    <p:extLst>
      <p:ext uri="{BB962C8B-B14F-4D97-AF65-F5344CB8AC3E}">
        <p14:creationId xmlns:p14="http://schemas.microsoft.com/office/powerpoint/2010/main" val="36686761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华文细黑"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华文细黑"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华文细黑"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华文细黑"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latin typeface="Arial" panose="020B0604020202020204" pitchFamily="34" charset="0"/>
            </a:endParaRPr>
          </a:p>
        </p:txBody>
      </p:sp>
      <p:sp>
        <p:nvSpPr>
          <p:cNvPr id="23556" name="灯片编号占位符 3"/>
          <p:cNvSpPr txBox="1">
            <a:spLocks noGrp="1"/>
          </p:cNvSpPr>
          <p:nvPr/>
        </p:nvSpPr>
        <p:spPr bwMode="auto">
          <a:xfrm>
            <a:off x="3860800" y="9432925"/>
            <a:ext cx="29527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ea typeface="华文细黑" panose="02010600040101010101" pitchFamily="2" charset="-122"/>
              </a:defRPr>
            </a:lvl1pPr>
            <a:lvl2pPr marL="742950" indent="-285750">
              <a:spcBef>
                <a:spcPct val="30000"/>
              </a:spcBef>
              <a:defRPr sz="1200">
                <a:solidFill>
                  <a:schemeClr val="tx1"/>
                </a:solidFill>
                <a:latin typeface="Arial" panose="020B0604020202020204" pitchFamily="34" charset="0"/>
                <a:ea typeface="华文细黑" panose="02010600040101010101" pitchFamily="2" charset="-122"/>
              </a:defRPr>
            </a:lvl2pPr>
            <a:lvl3pPr marL="1143000" indent="-228600">
              <a:spcBef>
                <a:spcPct val="30000"/>
              </a:spcBef>
              <a:defRPr sz="1200">
                <a:solidFill>
                  <a:schemeClr val="tx1"/>
                </a:solidFill>
                <a:latin typeface="Arial" panose="020B0604020202020204" pitchFamily="34" charset="0"/>
                <a:ea typeface="华文细黑" panose="02010600040101010101" pitchFamily="2" charset="-122"/>
              </a:defRPr>
            </a:lvl3pPr>
            <a:lvl4pPr marL="1600200" indent="-228600">
              <a:spcBef>
                <a:spcPct val="30000"/>
              </a:spcBef>
              <a:defRPr sz="1200">
                <a:solidFill>
                  <a:schemeClr val="tx1"/>
                </a:solidFill>
                <a:latin typeface="Arial" panose="020B0604020202020204" pitchFamily="34" charset="0"/>
                <a:ea typeface="华文细黑" panose="02010600040101010101" pitchFamily="2" charset="-122"/>
              </a:defRPr>
            </a:lvl4pPr>
            <a:lvl5pPr marL="2057400" indent="-228600">
              <a:spcBef>
                <a:spcPct val="30000"/>
              </a:spcBef>
              <a:defRPr sz="12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华文细黑" panose="02010600040101010101" pitchFamily="2" charset="-122"/>
              </a:defRPr>
            </a:lvl9pPr>
          </a:lstStyle>
          <a:p>
            <a:pPr>
              <a:spcBef>
                <a:spcPct val="0"/>
              </a:spcBef>
            </a:pPr>
            <a:fld id="{AF9D0F3F-235A-4A0B-83EE-3E1B42D6A0DD}" type="slidenum">
              <a:rPr lang="zh-CN" altLang="en-US" i="0" smtClean="0">
                <a:solidFill>
                  <a:srgbClr val="000000"/>
                </a:solidFill>
                <a:ea typeface="宋体" panose="02010600030101010101" pitchFamily="2" charset="-122"/>
              </a:rPr>
              <a:pPr>
                <a:spcBef>
                  <a:spcPct val="0"/>
                </a:spcBef>
              </a:pPr>
              <a:t>0</a:t>
            </a:fld>
            <a:endParaRPr lang="en-US" altLang="zh-CN" i="0">
              <a:solidFill>
                <a:srgbClr val="000000"/>
              </a:solidFill>
              <a:ea typeface="宋体" panose="02010600030101010101" pitchFamily="2" charset="-122"/>
            </a:endParaRPr>
          </a:p>
        </p:txBody>
      </p:sp>
    </p:spTree>
    <p:extLst>
      <p:ext uri="{BB962C8B-B14F-4D97-AF65-F5344CB8AC3E}">
        <p14:creationId xmlns:p14="http://schemas.microsoft.com/office/powerpoint/2010/main" val="2230684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15CB48F3-FDB4-4EC3-8EB4-5E7E9C92F5E2}" type="datetime1">
              <a:rPr lang="zh-CN" altLang="en-US" smtClean="0"/>
              <a:t>2025/12/2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1EBA42F-5499-4EB7-A0DA-F92C7151A603}" type="datetime1">
              <a:rPr lang="zh-CN" altLang="en-US" smtClean="0"/>
              <a:t>2025/12/2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E6D08BB0-7606-45DB-9034-459583BB2B87}" type="datetime1">
              <a:rPr lang="zh-CN" altLang="en-US" smtClean="0"/>
              <a:t>2025/12/2</a:t>
            </a:fld>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FE25E18-867D-4145-B20B-7905356AE119}" type="datetime1">
              <a:rPr lang="zh-CN" altLang="en-US" smtClean="0"/>
              <a:t>2025/12/2</a:t>
            </a:fld>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3FE8FE7-7C5A-473C-998C-DC5EACBD1118}" type="datetime1">
              <a:rPr lang="zh-CN" altLang="en-US" smtClean="0"/>
              <a:t>2025/12/2</a:t>
            </a:fld>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FFAD1E5-AD56-4DF0-A80B-A401C27D8DA5}" type="datetime1">
              <a:rPr lang="zh-CN" altLang="en-US" smtClean="0"/>
              <a:t>2025/12/2</a:t>
            </a:fld>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9AAD19A4-12FE-4F66-A96E-CD222486D501}" type="datetime1">
              <a:rPr lang="zh-CN" altLang="en-US" smtClean="0"/>
              <a:t>2025/12/2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14313"/>
            <a:ext cx="2057400" cy="58785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14313"/>
            <a:ext cx="6019800" cy="58785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9761DF4-ECF0-455B-9039-40BAD7407A8F}" type="datetime1">
              <a:rPr lang="zh-CN" altLang="en-US" smtClean="0"/>
              <a:t>2025/12/2</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sp>
        <p:nvSpPr>
          <p:cNvPr id="2"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980728"/>
            <a:ext cx="8218488" cy="5040312"/>
          </a:xfrm>
        </p:spPr>
        <p:txBody>
          <a:bodyPr/>
          <a:lstStyle>
            <a:lvl1pPr marL="342900" indent="-342900">
              <a:lnSpc>
                <a:spcPct val="120000"/>
              </a:lnSpc>
              <a:buClr>
                <a:srgbClr val="FFC000"/>
              </a:buClr>
              <a:buFont typeface="Wingdings" pitchFamily="2" charset="2"/>
              <a:buChar char="n"/>
              <a:defRPr sz="2400">
                <a:latin typeface="+mn-ea"/>
                <a:ea typeface="+mn-ea"/>
              </a:defRPr>
            </a:lvl1pPr>
            <a:lvl2pPr marL="812800" indent="-355600">
              <a:lnSpc>
                <a:spcPct val="120000"/>
              </a:lnSpc>
              <a:buClr>
                <a:srgbClr val="FFC000"/>
              </a:buClr>
              <a:buFont typeface="Wingdings" pitchFamily="2" charset="2"/>
              <a:buChar char="p"/>
              <a:defRPr sz="2000">
                <a:solidFill>
                  <a:srgbClr val="C00000"/>
                </a:solidFill>
                <a:latin typeface="+mn-ea"/>
                <a:ea typeface="+mn-ea"/>
              </a:defRPr>
            </a:lvl2pPr>
            <a:lvl3pPr marL="1143000" indent="-228600">
              <a:lnSpc>
                <a:spcPct val="120000"/>
              </a:lnSpc>
              <a:buClr>
                <a:srgbClr val="FFC000"/>
              </a:buClr>
              <a:buFont typeface="Wingdings" pitchFamily="2" charset="2"/>
              <a:buChar char="u"/>
              <a:defRPr sz="2000">
                <a:latin typeface="+mn-ea"/>
                <a:ea typeface="+mn-ea"/>
              </a:defRPr>
            </a:lvl3pPr>
            <a:lvl4pPr>
              <a:lnSpc>
                <a:spcPct val="120000"/>
              </a:lnSpc>
              <a:defRPr sz="1600">
                <a:latin typeface="+mn-ea"/>
                <a:ea typeface="+mn-ea"/>
              </a:defRPr>
            </a:lvl4pPr>
            <a:lvl5pPr>
              <a:lnSpc>
                <a:spcPct val="120000"/>
              </a:lnSpc>
              <a:defRPr sz="1600">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
        <p:nvSpPr>
          <p:cNvPr id="5" name="标题 4"/>
          <p:cNvSpPr>
            <a:spLocks noGrp="1"/>
          </p:cNvSpPr>
          <p:nvPr>
            <p:ph type="title"/>
          </p:nvPr>
        </p:nvSpPr>
        <p:spPr/>
        <p:txBody>
          <a:bodyPr/>
          <a:lstStyle/>
          <a:p>
            <a:r>
              <a:rPr lang="zh-CN" altLang="en-US"/>
              <a:t>单击此处编辑母版标题样式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a:t>
            </a:r>
            <a:r>
              <a:rPr lang="zh-CN" altLang="en-US" dirty="0"/>
              <a:t>此处编辑母版标题样式</a:t>
            </a:r>
          </a:p>
        </p:txBody>
      </p:sp>
      <p:sp>
        <p:nvSpPr>
          <p:cNvPr id="7" name="内容占位符 2"/>
          <p:cNvSpPr>
            <a:spLocks noGrp="1"/>
          </p:cNvSpPr>
          <p:nvPr>
            <p:ph idx="1"/>
          </p:nvPr>
        </p:nvSpPr>
        <p:spPr>
          <a:xfrm>
            <a:off x="395536" y="1052984"/>
            <a:ext cx="4104456" cy="5040312"/>
          </a:xfrm>
        </p:spPr>
        <p:txBody>
          <a:bodyPr/>
          <a:lstStyle>
            <a:lvl1pPr marL="342900" indent="-342900">
              <a:lnSpc>
                <a:spcPct val="120000"/>
              </a:lnSpc>
              <a:buClr>
                <a:srgbClr val="FFC000"/>
              </a:buClr>
              <a:buFont typeface="Wingdings" pitchFamily="2" charset="2"/>
              <a:buChar char="n"/>
              <a:defRPr sz="2400">
                <a:latin typeface="+mn-ea"/>
                <a:ea typeface="+mn-ea"/>
              </a:defRPr>
            </a:lvl1pPr>
            <a:lvl2pPr marL="812800" indent="-355600">
              <a:lnSpc>
                <a:spcPct val="120000"/>
              </a:lnSpc>
              <a:buClr>
                <a:srgbClr val="FFC000"/>
              </a:buClr>
              <a:buFont typeface="Wingdings" pitchFamily="2" charset="2"/>
              <a:buChar char="p"/>
              <a:defRPr sz="2000">
                <a:solidFill>
                  <a:srgbClr val="C00000"/>
                </a:solidFill>
                <a:latin typeface="+mn-ea"/>
                <a:ea typeface="+mn-ea"/>
              </a:defRPr>
            </a:lvl2pPr>
            <a:lvl3pPr marL="1143000" indent="-228600">
              <a:lnSpc>
                <a:spcPct val="120000"/>
              </a:lnSpc>
              <a:buClr>
                <a:srgbClr val="FFC000"/>
              </a:buClr>
              <a:buFont typeface="Wingdings" pitchFamily="2" charset="2"/>
              <a:buChar char="u"/>
              <a:defRPr sz="2000">
                <a:latin typeface="+mn-ea"/>
                <a:ea typeface="+mn-ea"/>
              </a:defRPr>
            </a:lvl3pPr>
            <a:lvl4pPr>
              <a:lnSpc>
                <a:spcPct val="120000"/>
              </a:lnSpc>
              <a:defRPr sz="1600">
                <a:latin typeface="+mn-ea"/>
                <a:ea typeface="+mn-ea"/>
              </a:defRPr>
            </a:lvl4pPr>
            <a:lvl5pPr>
              <a:lnSpc>
                <a:spcPct val="120000"/>
              </a:lnSpc>
              <a:defRPr sz="1600">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内容占位符 2"/>
          <p:cNvSpPr>
            <a:spLocks noGrp="1"/>
          </p:cNvSpPr>
          <p:nvPr>
            <p:ph idx="11"/>
          </p:nvPr>
        </p:nvSpPr>
        <p:spPr>
          <a:xfrm>
            <a:off x="4716016" y="1052984"/>
            <a:ext cx="4104456" cy="5040312"/>
          </a:xfrm>
        </p:spPr>
        <p:txBody>
          <a:bodyPr/>
          <a:lstStyle>
            <a:lvl1pPr marL="342900" indent="-342900">
              <a:lnSpc>
                <a:spcPct val="120000"/>
              </a:lnSpc>
              <a:buClr>
                <a:srgbClr val="FFC000"/>
              </a:buClr>
              <a:buFont typeface="Wingdings" pitchFamily="2" charset="2"/>
              <a:buChar char="n"/>
              <a:defRPr sz="2400">
                <a:latin typeface="+mn-ea"/>
                <a:ea typeface="+mn-ea"/>
              </a:defRPr>
            </a:lvl1pPr>
            <a:lvl2pPr marL="812800" indent="-355600">
              <a:lnSpc>
                <a:spcPct val="120000"/>
              </a:lnSpc>
              <a:buClr>
                <a:srgbClr val="FFC000"/>
              </a:buClr>
              <a:buFont typeface="Wingdings" pitchFamily="2" charset="2"/>
              <a:buChar char="p"/>
              <a:defRPr sz="2000">
                <a:solidFill>
                  <a:srgbClr val="C00000"/>
                </a:solidFill>
                <a:latin typeface="+mn-ea"/>
                <a:ea typeface="+mn-ea"/>
              </a:defRPr>
            </a:lvl2pPr>
            <a:lvl3pPr marL="1143000" indent="-228600">
              <a:lnSpc>
                <a:spcPct val="120000"/>
              </a:lnSpc>
              <a:buClr>
                <a:srgbClr val="FFC000"/>
              </a:buClr>
              <a:buFont typeface="Wingdings" pitchFamily="2" charset="2"/>
              <a:buChar char="u"/>
              <a:defRPr sz="2000">
                <a:latin typeface="+mn-ea"/>
                <a:ea typeface="+mn-ea"/>
              </a:defRPr>
            </a:lvl3pPr>
            <a:lvl4pPr>
              <a:lnSpc>
                <a:spcPct val="120000"/>
              </a:lnSpc>
              <a:defRPr sz="1600">
                <a:latin typeface="+mn-ea"/>
                <a:ea typeface="+mn-ea"/>
              </a:defRPr>
            </a:lvl4pPr>
            <a:lvl5pPr>
              <a:lnSpc>
                <a:spcPct val="120000"/>
              </a:lnSpc>
              <a:defRPr sz="1600">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 calcmode="lin" valueType="num">
                                      <p:cBhvr additive="base">
                                        <p:cTn id="3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 calcmode="lin" valueType="num">
                                      <p:cBhvr additive="base">
                                        <p:cTn id="4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xEl>
                                              <p:pRg st="2" end="2"/>
                                            </p:txEl>
                                          </p:spTgt>
                                        </p:tgtEl>
                                        <p:attrNameLst>
                                          <p:attrName>style.visibility</p:attrName>
                                        </p:attrNameLst>
                                      </p:cBhvr>
                                      <p:to>
                                        <p:strVal val="visible"/>
                                      </p:to>
                                    </p:set>
                                    <p:anim calcmode="lin" valueType="num">
                                      <p:cBhvr additive="base">
                                        <p:cTn id="4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txEl>
                                              <p:pRg st="3" end="3"/>
                                            </p:txEl>
                                          </p:spTgt>
                                        </p:tgtEl>
                                        <p:attrNameLst>
                                          <p:attrName>style.visibility</p:attrName>
                                        </p:attrNameLst>
                                      </p:cBhvr>
                                      <p:to>
                                        <p:strVal val="visible"/>
                                      </p:to>
                                    </p:set>
                                    <p:anim calcmode="lin" valueType="num">
                                      <p:cBhvr additive="base">
                                        <p:cTn id="5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txEl>
                                              <p:pRg st="4" end="4"/>
                                            </p:txEl>
                                          </p:spTgt>
                                        </p:tgtEl>
                                        <p:attrNameLst>
                                          <p:attrName>style.visibility</p:attrName>
                                        </p:attrNameLst>
                                      </p:cBhvr>
                                      <p:to>
                                        <p:strVal val="visible"/>
                                      </p:to>
                                    </p:set>
                                    <p:anim calcmode="lin" valueType="num">
                                      <p:cBhvr additive="base">
                                        <p:cTn id="6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 presetClass="entr" presetSubtype="4" fill="hold" nodeType="click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click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click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Lst>
      </p:bldP>
      <p:bldP spid="8" grpId="0" build="p">
        <p:tmplLst>
          <p:tmpl lvl="1">
            <p:tnLst>
              <p:par>
                <p:cTn presetID="2" presetClass="entr" presetSubtype="4" fill="hold" nodeType="click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click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click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click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click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2" name="灯片编号占位符 3"/>
          <p:cNvSpPr>
            <a:spLocks noGrp="1"/>
          </p:cNvSpPr>
          <p:nvPr>
            <p:ph type="sldNum" sz="quarter" idx="4294967295"/>
          </p:nvPr>
        </p:nvSpPr>
        <p:spPr>
          <a:xfrm>
            <a:off x="7668344" y="6237312"/>
            <a:ext cx="1015008" cy="476250"/>
          </a:xfr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574675" y="-99392"/>
            <a:ext cx="8001000" cy="1216025"/>
          </a:xfrm>
        </p:spPr>
        <p:txBody>
          <a:bodyPr/>
          <a:lstStyle/>
          <a:p>
            <a:r>
              <a:rPr lang="zh-CN" altLang="en-US" dirty="0"/>
              <a:t>单击此处编辑母版标题样式</a:t>
            </a:r>
          </a:p>
        </p:txBody>
      </p:sp>
      <p:sp>
        <p:nvSpPr>
          <p:cNvPr id="3" name="图表占位符 2"/>
          <p:cNvSpPr>
            <a:spLocks noGrp="1"/>
          </p:cNvSpPr>
          <p:nvPr>
            <p:ph type="chart" idx="1"/>
          </p:nvPr>
        </p:nvSpPr>
        <p:spPr>
          <a:xfrm>
            <a:off x="539552" y="980728"/>
            <a:ext cx="8001000" cy="4267200"/>
          </a:xfrm>
        </p:spPr>
        <p:txBody>
          <a:bodyPr/>
          <a:lstStyle/>
          <a:p>
            <a:pPr lvl="0"/>
            <a:endParaRPr lang="zh-CN" altLang="en-US" noProof="0"/>
          </a:p>
        </p:txBody>
      </p:sp>
    </p:spTree>
    <p:extLst>
      <p:ext uri="{BB962C8B-B14F-4D97-AF65-F5344CB8AC3E}">
        <p14:creationId xmlns:p14="http://schemas.microsoft.com/office/powerpoint/2010/main" val="4083517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74675" y="-91281"/>
            <a:ext cx="8001000" cy="1216025"/>
          </a:xfrm>
        </p:spPr>
        <p:txBody>
          <a:bodyPr/>
          <a:lstStyle/>
          <a:p>
            <a:r>
              <a:rPr lang="zh-CN" altLang="en-US" dirty="0"/>
              <a:t>单击此处编辑母版标题样式</a:t>
            </a:r>
          </a:p>
        </p:txBody>
      </p:sp>
      <p:sp>
        <p:nvSpPr>
          <p:cNvPr id="3" name="内容占位符 2"/>
          <p:cNvSpPr>
            <a:spLocks noGrp="1"/>
          </p:cNvSpPr>
          <p:nvPr>
            <p:ph sz="quarter" idx="1"/>
          </p:nvPr>
        </p:nvSpPr>
        <p:spPr>
          <a:xfrm>
            <a:off x="566738" y="1752600"/>
            <a:ext cx="3924300" cy="20574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4643438" y="17526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667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3438" y="3962400"/>
            <a:ext cx="3924300" cy="2057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xfrm>
            <a:off x="3429000" y="6248400"/>
            <a:ext cx="1981200" cy="476250"/>
          </a:xfrm>
          <a:prstGeom prst="rect">
            <a:avLst/>
          </a:prstGeom>
          <a:ln/>
        </p:spPr>
        <p:txBody>
          <a:bodyPr/>
          <a:lstStyle>
            <a:lvl1pPr>
              <a:defRPr/>
            </a:lvl1pPr>
          </a:lstStyle>
          <a:p>
            <a:pPr>
              <a:defRPr/>
            </a:pPr>
            <a:fld id="{CA858982-C3AB-48E8-9F76-26D29436F279}" type="datetime1">
              <a:rPr lang="zh-CN" altLang="en-US" smtClean="0"/>
              <a:t>2025/12/2</a:t>
            </a:fld>
            <a:endParaRPr lang="en-US" altLang="zh-CN"/>
          </a:p>
        </p:txBody>
      </p:sp>
      <p:sp>
        <p:nvSpPr>
          <p:cNvPr id="8" name="Rectangle 7"/>
          <p:cNvSpPr>
            <a:spLocks noGrp="1" noChangeArrowheads="1"/>
          </p:cNvSpPr>
          <p:nvPr>
            <p:ph type="sldNum" sz="quarter" idx="11"/>
          </p:nvPr>
        </p:nvSpPr>
        <p:spPr>
          <a:ln/>
        </p:spPr>
        <p:txBody>
          <a:bodyPr/>
          <a:lstStyle>
            <a:lvl1pPr>
              <a:defRPr/>
            </a:lvl1pPr>
          </a:lstStyle>
          <a:p>
            <a:pPr>
              <a:defRPr/>
            </a:pPr>
            <a:fld id="{C3136285-3C6A-4A93-8657-E500CB968B1B}" type="slidenum">
              <a:rPr lang="en-US" altLang="zh-CN"/>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0157C505-E22F-4717-86FB-0D4286A222CD}" type="datetime1">
              <a:rPr lang="zh-CN" altLang="en-US" smtClean="0"/>
              <a:t>2025/12/2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pPr>
              <a:defRPr/>
            </a:pPr>
            <a:fld id="{39D7BB87-9172-456C-8F41-AE2F78D28D1F}" type="datetime1">
              <a:rPr lang="zh-CN" altLang="en-US" smtClean="0"/>
              <a:t>2025/12/2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
        <p:nvSpPr>
          <p:cNvPr id="7" name="Title 6"/>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DE29986B-D483-4C02-8147-9FD5073751B8}" type="datetime1">
              <a:rPr lang="zh-CN" altLang="en-US" smtClean="0"/>
              <a:t>2025/12/2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p:txBody>
          <a:bodyPr/>
          <a:lstStyle/>
          <a:p>
            <a:pPr>
              <a:defRPr/>
            </a:pPr>
            <a:fld id="{6327ADAB-38EC-4BD6-88E0-09E3466DE862}" type="datetime1">
              <a:rPr lang="zh-CN" altLang="en-US" smtClean="0"/>
              <a:t>2025/12/2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pPr>
              <a:defRPr/>
            </a:pPr>
            <a:fld id="{F664B99E-A369-4DAE-85B0-92FBAAF2B05E}" type="datetime1">
              <a:rPr lang="zh-CN" altLang="en-US" smtClean="0"/>
              <a:t>2025/12/2</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pPr>
              <a:defRPr/>
            </a:pPr>
            <a:fld id="{06DDF4BF-0152-4148-8D67-3DA315ADB9EE}" type="datetime1">
              <a:rPr lang="zh-CN" altLang="en-US" smtClean="0"/>
              <a:t>2025/12/2</a:t>
            </a:fld>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pPr>
              <a:defRPr/>
            </a:pPr>
            <a:fld id="{97C7B402-2D25-4D16-A9BA-664D62982F85}" type="datetime1">
              <a:rPr lang="zh-CN" altLang="en-US" smtClean="0"/>
              <a:t>2025/12/2</a:t>
            </a:fld>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754E1BE7-6EE3-4163-B1A0-0EBE93BD56B0}" type="datetime1">
              <a:rPr lang="zh-CN" altLang="en-US" smtClean="0"/>
              <a:t>2025/12/2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30D0A1E4-62C4-44C8-A396-CDE3C42F977A}" type="datetime1">
              <a:rPr lang="zh-CN" altLang="en-US" smtClean="0"/>
              <a:t>2025/12/2</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fld id="{687D7A59-36E2-48B9-B146-C1E59501F63F}"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pPr>
              <a:defRPr/>
            </a:pPr>
            <a:fld id="{8EA27F0A-443D-40E0-BD09-A2E2210AAA9C}" type="datetime1">
              <a:rPr lang="zh-CN" altLang="en-US" smtClean="0"/>
              <a:t>2025/12/2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FC9FD766-AA9F-45D7-B0B7-7F1CFB9737F0}" type="datetime1">
              <a:rPr lang="zh-CN" altLang="en-US" smtClean="0"/>
              <a:t>2025/12/2</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2.png"/><Relationship Id="rId5" Type="http://schemas.openxmlformats.org/officeDocument/2006/relationships/slideLayout" Target="../slideLayouts/slideLayout13.xml"/><Relationship Id="rId10"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0" cstate="print"/>
          <a:srcRect t="23912" b="39018"/>
          <a:stretch>
            <a:fillRect/>
          </a:stretch>
        </p:blipFill>
        <p:spPr bwMode="auto">
          <a:xfrm>
            <a:off x="0" y="2060575"/>
            <a:ext cx="9144000" cy="2232025"/>
          </a:xfrm>
          <a:prstGeom prst="rect">
            <a:avLst/>
          </a:prstGeom>
          <a:noFill/>
          <a:ln w="9525">
            <a:noFill/>
            <a:miter lim="800000"/>
            <a:headEnd/>
            <a:tailEnd/>
          </a:ln>
        </p:spPr>
      </p:pic>
      <p:sp>
        <p:nvSpPr>
          <p:cNvPr id="1027" name="Rectangle 10"/>
          <p:cNvSpPr>
            <a:spLocks noChangeArrowheads="1"/>
          </p:cNvSpPr>
          <p:nvPr/>
        </p:nvSpPr>
        <p:spPr bwMode="auto">
          <a:xfrm>
            <a:off x="0" y="1989138"/>
            <a:ext cx="9144000" cy="69850"/>
          </a:xfrm>
          <a:prstGeom prst="rect">
            <a:avLst/>
          </a:prstGeom>
          <a:gradFill rotWithShape="1">
            <a:gsLst>
              <a:gs pos="0">
                <a:srgbClr val="FFCC00"/>
              </a:gs>
              <a:gs pos="100000">
                <a:schemeClr val="bg1"/>
              </a:gs>
            </a:gsLst>
            <a:lin ang="0" scaled="1"/>
          </a:gradFill>
          <a:ln w="9525">
            <a:noFill/>
            <a:miter lim="800000"/>
            <a:headEnd/>
            <a:tailEnd/>
          </a:ln>
        </p:spPr>
        <p:txBody>
          <a:bodyPr wrap="none" anchor="ctr"/>
          <a:lstStyle/>
          <a:p>
            <a:pPr algn="l"/>
            <a:endParaRPr lang="zh-CN" altLang="en-US" i="0">
              <a:ea typeface="宋体" pitchFamily="2" charset="-122"/>
            </a:endParaRPr>
          </a:p>
        </p:txBody>
      </p:sp>
      <p:sp>
        <p:nvSpPr>
          <p:cNvPr id="1028" name="Rectangle 11"/>
          <p:cNvSpPr>
            <a:spLocks noChangeArrowheads="1"/>
          </p:cNvSpPr>
          <p:nvPr/>
        </p:nvSpPr>
        <p:spPr bwMode="auto">
          <a:xfrm rot="10800000">
            <a:off x="0" y="4292600"/>
            <a:ext cx="9144000" cy="69850"/>
          </a:xfrm>
          <a:prstGeom prst="rect">
            <a:avLst/>
          </a:prstGeom>
          <a:gradFill rotWithShape="1">
            <a:gsLst>
              <a:gs pos="0">
                <a:srgbClr val="FFCC00"/>
              </a:gs>
              <a:gs pos="100000">
                <a:schemeClr val="bg1"/>
              </a:gs>
            </a:gsLst>
            <a:lin ang="0" scaled="1"/>
          </a:gradFill>
          <a:ln w="9525">
            <a:noFill/>
            <a:miter lim="800000"/>
            <a:headEnd/>
            <a:tailEnd/>
          </a:ln>
        </p:spPr>
        <p:txBody>
          <a:bodyPr wrap="none" anchor="ctr"/>
          <a:lstStyle/>
          <a:p>
            <a:pPr algn="l"/>
            <a:endParaRPr lang="zh-CN" altLang="en-US" i="0">
              <a:ea typeface="宋体" pitchFamily="2" charset="-122"/>
            </a:endParaRPr>
          </a:p>
        </p:txBody>
      </p:sp>
      <p:sp>
        <p:nvSpPr>
          <p:cNvPr id="1029" name="标题占位符 1"/>
          <p:cNvSpPr>
            <a:spLocks noGrp="1"/>
          </p:cNvSpPr>
          <p:nvPr>
            <p:ph type="title"/>
          </p:nvPr>
        </p:nvSpPr>
        <p:spPr bwMode="auto">
          <a:xfrm>
            <a:off x="457200" y="214313"/>
            <a:ext cx="8229600" cy="5826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052513"/>
            <a:ext cx="8218488"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9" name="日期占位符 3"/>
          <p:cNvSpPr>
            <a:spLocks noGrp="1"/>
          </p:cNvSpPr>
          <p:nvPr>
            <p:ph type="dt" sz="half" idx="2"/>
          </p:nvPr>
        </p:nvSpPr>
        <p:spPr>
          <a:xfrm>
            <a:off x="457200" y="6245225"/>
            <a:ext cx="2133600" cy="476250"/>
          </a:xfrm>
          <a:prstGeom prst="rect">
            <a:avLst/>
          </a:prstGeom>
        </p:spPr>
        <p:txBody>
          <a:bodyPr vert="horz" wrap="square" lIns="91440" tIns="45720" rIns="91440" bIns="45720" numCol="1" anchor="ctr" anchorCtr="0" compatLnSpc="1">
            <a:prstTxWarp prst="textNoShape">
              <a:avLst/>
            </a:prstTxWarp>
          </a:bodyPr>
          <a:lstStyle>
            <a:lvl1pPr algn="l">
              <a:defRPr sz="1200" i="0">
                <a:solidFill>
                  <a:srgbClr val="898989"/>
                </a:solidFill>
                <a:latin typeface="微软雅黑" pitchFamily="34" charset="-122"/>
                <a:ea typeface="微软雅黑" pitchFamily="34" charset="-122"/>
              </a:defRPr>
            </a:lvl1pPr>
          </a:lstStyle>
          <a:p>
            <a:pPr>
              <a:defRPr/>
            </a:pPr>
            <a:fld id="{B135F30F-897E-413A-B470-7D84644F507F}" type="datetime1">
              <a:rPr lang="zh-CN" altLang="en-US" smtClean="0"/>
              <a:t>2025/12/2</a:t>
            </a:fld>
            <a:endParaRPr lang="en-US" altLang="zh-CN"/>
          </a:p>
        </p:txBody>
      </p:sp>
      <p:sp>
        <p:nvSpPr>
          <p:cNvPr id="20" name="页脚占位符 4"/>
          <p:cNvSpPr>
            <a:spLocks noGrp="1"/>
          </p:cNvSpPr>
          <p:nvPr>
            <p:ph type="ftr" sz="quarter" idx="3"/>
          </p:nvPr>
        </p:nvSpPr>
        <p:spPr>
          <a:xfrm>
            <a:off x="3124200" y="6245225"/>
            <a:ext cx="2895600" cy="476250"/>
          </a:xfrm>
          <a:prstGeom prst="rect">
            <a:avLst/>
          </a:prstGeom>
        </p:spPr>
        <p:txBody>
          <a:bodyPr vert="horz" wrap="square" lIns="91440" tIns="45720" rIns="91440" bIns="45720" numCol="1" anchor="ctr" anchorCtr="0" compatLnSpc="1">
            <a:prstTxWarp prst="textNoShape">
              <a:avLst/>
            </a:prstTxWarp>
          </a:bodyPr>
          <a:lstStyle>
            <a:lvl1pPr algn="ctr">
              <a:defRPr sz="1200" i="0">
                <a:solidFill>
                  <a:srgbClr val="898989"/>
                </a:solidFill>
                <a:latin typeface="微软雅黑" pitchFamily="34" charset="-122"/>
                <a:ea typeface="微软雅黑" pitchFamily="34"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60" r:id="rId3"/>
    <p:sldLayoutId id="2147483661" r:id="rId4"/>
    <p:sldLayoutId id="2147483662" r:id="rId5"/>
    <p:sldLayoutId id="2147483663" r:id="rId6"/>
    <p:sldLayoutId id="2147483664" r:id="rId7"/>
    <p:sldLayoutId id="2147483665" r:id="rId8"/>
  </p:sldLayoutIdLst>
  <p:hf hdr="0" ftr="0" dt="0"/>
  <p:txStyles>
    <p:titleStyle>
      <a:lvl1pPr algn="l" rtl="0" eaLnBrk="0" fontAlgn="base" hangingPunct="0">
        <a:spcBef>
          <a:spcPct val="0"/>
        </a:spcBef>
        <a:spcAft>
          <a:spcPct val="0"/>
        </a:spcAft>
        <a:defRPr sz="2800" b="1">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黑体" pitchFamily="2" charset="-122"/>
          <a:ea typeface="宋体" charset="-122"/>
        </a:defRPr>
      </a:lvl2pPr>
      <a:lvl3pPr algn="l" rtl="0" eaLnBrk="0" fontAlgn="base" hangingPunct="0">
        <a:spcBef>
          <a:spcPct val="0"/>
        </a:spcBef>
        <a:spcAft>
          <a:spcPct val="0"/>
        </a:spcAft>
        <a:defRPr sz="2800" b="1">
          <a:solidFill>
            <a:schemeClr val="bg1"/>
          </a:solidFill>
          <a:latin typeface="黑体" pitchFamily="2" charset="-122"/>
          <a:ea typeface="宋体" charset="-122"/>
        </a:defRPr>
      </a:lvl3pPr>
      <a:lvl4pPr algn="l" rtl="0" eaLnBrk="0" fontAlgn="base" hangingPunct="0">
        <a:spcBef>
          <a:spcPct val="0"/>
        </a:spcBef>
        <a:spcAft>
          <a:spcPct val="0"/>
        </a:spcAft>
        <a:defRPr sz="2800" b="1">
          <a:solidFill>
            <a:schemeClr val="bg1"/>
          </a:solidFill>
          <a:latin typeface="黑体" pitchFamily="2" charset="-122"/>
          <a:ea typeface="宋体" charset="-122"/>
        </a:defRPr>
      </a:lvl4pPr>
      <a:lvl5pPr algn="l" rtl="0" eaLnBrk="0" fontAlgn="base" hangingPunct="0">
        <a:spcBef>
          <a:spcPct val="0"/>
        </a:spcBef>
        <a:spcAft>
          <a:spcPct val="0"/>
        </a:spcAft>
        <a:defRPr sz="2800" b="1">
          <a:solidFill>
            <a:schemeClr val="bg1"/>
          </a:solidFill>
          <a:latin typeface="黑体" pitchFamily="2" charset="-122"/>
          <a:ea typeface="宋体" charset="-122"/>
        </a:defRPr>
      </a:lvl5pPr>
      <a:lvl6pPr marL="457200" algn="l" rtl="0" fontAlgn="base">
        <a:spcBef>
          <a:spcPct val="0"/>
        </a:spcBef>
        <a:spcAft>
          <a:spcPct val="0"/>
        </a:spcAft>
        <a:defRPr sz="2800" b="1">
          <a:solidFill>
            <a:schemeClr val="bg1"/>
          </a:solidFill>
          <a:latin typeface="黑体" pitchFamily="2" charset="-122"/>
          <a:ea typeface="宋体" charset="-122"/>
        </a:defRPr>
      </a:lvl6pPr>
      <a:lvl7pPr marL="914400" algn="l" rtl="0" fontAlgn="base">
        <a:spcBef>
          <a:spcPct val="0"/>
        </a:spcBef>
        <a:spcAft>
          <a:spcPct val="0"/>
        </a:spcAft>
        <a:defRPr sz="2800" b="1">
          <a:solidFill>
            <a:schemeClr val="bg1"/>
          </a:solidFill>
          <a:latin typeface="黑体" pitchFamily="2" charset="-122"/>
          <a:ea typeface="宋体" charset="-122"/>
        </a:defRPr>
      </a:lvl7pPr>
      <a:lvl8pPr marL="1371600" algn="l" rtl="0" fontAlgn="base">
        <a:spcBef>
          <a:spcPct val="0"/>
        </a:spcBef>
        <a:spcAft>
          <a:spcPct val="0"/>
        </a:spcAft>
        <a:defRPr sz="2800" b="1">
          <a:solidFill>
            <a:schemeClr val="bg1"/>
          </a:solidFill>
          <a:latin typeface="黑体" pitchFamily="2" charset="-122"/>
          <a:ea typeface="宋体" charset="-122"/>
        </a:defRPr>
      </a:lvl8pPr>
      <a:lvl9pPr marL="1828800" algn="l" rtl="0" fontAlgn="base">
        <a:spcBef>
          <a:spcPct val="0"/>
        </a:spcBef>
        <a:spcAft>
          <a:spcPct val="0"/>
        </a:spcAft>
        <a:defRPr sz="2800" b="1">
          <a:solidFill>
            <a:schemeClr val="bg1"/>
          </a:solidFill>
          <a:latin typeface="黑体" pitchFamily="2" charset="-122"/>
          <a:ea typeface="宋体" charset="-122"/>
        </a:defRPr>
      </a:lvl9pPr>
    </p:titleStyle>
    <p:bodyStyle>
      <a:lvl1pPr marL="342900" indent="-342900" algn="l" rtl="0" eaLnBrk="0" fontAlgn="base" hangingPunct="0">
        <a:spcBef>
          <a:spcPct val="20000"/>
        </a:spcBef>
        <a:spcAft>
          <a:spcPct val="0"/>
        </a:spcAft>
        <a:buFont typeface="Arial" pitchFamily="34"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000">
          <a:solidFill>
            <a:schemeClr val="tx1"/>
          </a:solidFill>
          <a:latin typeface="+mn-lt"/>
          <a:ea typeface="+mn-ea"/>
        </a:defRPr>
      </a:lvl2pPr>
      <a:lvl3pPr marL="1143000" indent="-228600" algn="l" rtl="0" eaLnBrk="0" fontAlgn="base" hangingPunct="0">
        <a:spcBef>
          <a:spcPct val="20000"/>
        </a:spcBef>
        <a:spcAft>
          <a:spcPct val="0"/>
        </a:spcAft>
        <a:buFont typeface="Arial"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itchFamily="34" charset="0"/>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0" y="0"/>
            <a:ext cx="9144000" cy="836613"/>
            <a:chOff x="0" y="0"/>
            <a:chExt cx="9144000" cy="836613"/>
          </a:xfrm>
        </p:grpSpPr>
        <p:pic>
          <p:nvPicPr>
            <p:cNvPr id="2050" name="Picture 2"/>
            <p:cNvPicPr>
              <a:picLocks noChangeAspect="1" noChangeArrowheads="1"/>
            </p:cNvPicPr>
            <p:nvPr userDrawn="1"/>
          </p:nvPicPr>
          <p:blipFill>
            <a:blip r:embed="rId10" cstate="print"/>
            <a:srcRect/>
            <a:stretch>
              <a:fillRect/>
            </a:stretch>
          </p:blipFill>
          <p:spPr bwMode="auto">
            <a:xfrm>
              <a:off x="0" y="0"/>
              <a:ext cx="9144000" cy="836613"/>
            </a:xfrm>
            <a:prstGeom prst="rect">
              <a:avLst/>
            </a:prstGeom>
            <a:noFill/>
            <a:ln w="9525">
              <a:noFill/>
              <a:miter lim="800000"/>
              <a:headEnd/>
              <a:tailEnd/>
            </a:ln>
            <a:effectLst>
              <a:glow rad="127000">
                <a:schemeClr val="bg1">
                  <a:alpha val="38000"/>
                </a:schemeClr>
              </a:glow>
            </a:effectLst>
          </p:spPr>
        </p:pic>
        <p:pic>
          <p:nvPicPr>
            <p:cNvPr id="7" name="Picture 8"/>
            <p:cNvPicPr>
              <a:picLocks noChangeAspect="1" noChangeArrowheads="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69584" y="504510"/>
              <a:ext cx="1144067" cy="243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051" name="标题占位符 1"/>
          <p:cNvSpPr>
            <a:spLocks noGrp="1"/>
          </p:cNvSpPr>
          <p:nvPr>
            <p:ph type="title"/>
          </p:nvPr>
        </p:nvSpPr>
        <p:spPr bwMode="auto">
          <a:xfrm>
            <a:off x="457200" y="214313"/>
            <a:ext cx="8229600" cy="5826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2052" name="文本占位符 2"/>
          <p:cNvSpPr>
            <a:spLocks noGrp="1"/>
          </p:cNvSpPr>
          <p:nvPr>
            <p:ph type="body" idx="1"/>
          </p:nvPr>
        </p:nvSpPr>
        <p:spPr bwMode="auto">
          <a:xfrm>
            <a:off x="457200" y="1052513"/>
            <a:ext cx="8218488"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algn="l" rtl="0" eaLnBrk="0" fontAlgn="base" hangingPunct="0">
              <a:lnSpc>
                <a:spcPct val="120000"/>
              </a:lnSpc>
              <a:spcBef>
                <a:spcPct val="20000"/>
              </a:spcBef>
              <a:spcAft>
                <a:spcPct val="0"/>
              </a:spcAft>
              <a:buClr>
                <a:srgbClr val="FFC000"/>
              </a:buClr>
              <a:buFont typeface="Wingdings" pitchFamily="2" charset="2"/>
              <a:buChar char="n"/>
            </a:pPr>
            <a:r>
              <a:rPr lang="zh-CN" altLang="en-US" dirty="0"/>
              <a:t>单击此处编辑母版文本样式</a:t>
            </a:r>
          </a:p>
          <a:p>
            <a:pPr marL="812800" lvl="1" indent="-355600" algn="l" rtl="0" eaLnBrk="0" fontAlgn="base" hangingPunct="0">
              <a:lnSpc>
                <a:spcPct val="120000"/>
              </a:lnSpc>
              <a:spcBef>
                <a:spcPct val="20000"/>
              </a:spcBef>
              <a:spcAft>
                <a:spcPct val="0"/>
              </a:spcAft>
              <a:buClr>
                <a:srgbClr val="FFC000"/>
              </a:buClr>
              <a:buFont typeface="Wingdings" pitchFamily="2" charset="2"/>
              <a:buChar char="p"/>
            </a:pPr>
            <a:r>
              <a:rPr lang="zh-CN" altLang="en-US" dirty="0"/>
              <a:t>第二级</a:t>
            </a:r>
          </a:p>
          <a:p>
            <a:pPr marL="1143000" lvl="2" indent="-228600" algn="l" rtl="0" eaLnBrk="0" fontAlgn="base" hangingPunct="0">
              <a:lnSpc>
                <a:spcPct val="120000"/>
              </a:lnSpc>
              <a:spcBef>
                <a:spcPct val="20000"/>
              </a:spcBef>
              <a:spcAft>
                <a:spcPct val="0"/>
              </a:spcAft>
              <a:buClr>
                <a:srgbClr val="FFC000"/>
              </a:buClr>
              <a:buFont typeface="Wingdings" pitchFamily="2" charset="2"/>
              <a:buChar char="u"/>
            </a:pPr>
            <a:r>
              <a:rPr lang="zh-CN" altLang="en-US" dirty="0"/>
              <a:t>第三级</a:t>
            </a:r>
          </a:p>
          <a:p>
            <a:pPr lvl="3"/>
            <a:r>
              <a:rPr lang="zh-CN" altLang="en-US" dirty="0"/>
              <a:t>第四级</a:t>
            </a:r>
          </a:p>
          <a:p>
            <a:pPr lvl="4"/>
            <a:r>
              <a:rPr lang="zh-CN" altLang="en-US" dirty="0"/>
              <a:t>第五级</a:t>
            </a:r>
          </a:p>
        </p:txBody>
      </p:sp>
      <p:sp>
        <p:nvSpPr>
          <p:cNvPr id="2053" name="Rectangle 14"/>
          <p:cNvSpPr>
            <a:spLocks noChangeArrowheads="1"/>
          </p:cNvSpPr>
          <p:nvPr/>
        </p:nvSpPr>
        <p:spPr bwMode="auto">
          <a:xfrm>
            <a:off x="0" y="800100"/>
            <a:ext cx="9144000" cy="69850"/>
          </a:xfrm>
          <a:prstGeom prst="rect">
            <a:avLst/>
          </a:prstGeom>
          <a:gradFill rotWithShape="1">
            <a:gsLst>
              <a:gs pos="0">
                <a:srgbClr val="FFCC00"/>
              </a:gs>
              <a:gs pos="100000">
                <a:schemeClr val="bg1"/>
              </a:gs>
            </a:gsLst>
            <a:lin ang="0" scaled="1"/>
          </a:gradFill>
          <a:ln w="9525">
            <a:noFill/>
            <a:miter lim="800000"/>
            <a:headEnd/>
            <a:tailEnd/>
          </a:ln>
        </p:spPr>
        <p:txBody>
          <a:bodyPr wrap="none" anchor="ctr"/>
          <a:lstStyle/>
          <a:p>
            <a:pPr algn="l"/>
            <a:endParaRPr lang="zh-CN" altLang="en-US" i="0">
              <a:latin typeface="微软雅黑" pitchFamily="34" charset="-122"/>
              <a:ea typeface="微软雅黑" pitchFamily="34" charset="-122"/>
            </a:endParaRPr>
          </a:p>
        </p:txBody>
      </p:sp>
      <p:sp>
        <p:nvSpPr>
          <p:cNvPr id="8" name="灯片编号占位符 3"/>
          <p:cNvSpPr>
            <a:spLocks noGrp="1"/>
          </p:cNvSpPr>
          <p:nvPr>
            <p:ph type="sldNum" sz="quarter" idx="4"/>
          </p:nvPr>
        </p:nvSpPr>
        <p:spPr>
          <a:xfrm>
            <a:off x="7668344" y="6237312"/>
            <a:ext cx="1015008" cy="476250"/>
          </a:xfrm>
          <a:prstGeom prst="rect">
            <a:avLst/>
          </a:prstGeom>
        </p:spPr>
        <p:txBody>
          <a:bodyPr/>
          <a:lstStyle/>
          <a:p>
            <a:pPr>
              <a:defRPr/>
            </a:pPr>
            <a:r>
              <a:rPr lang="en-US" altLang="zh-CN" sz="1400" dirty="0">
                <a:solidFill>
                  <a:srgbClr val="0D7157"/>
                </a:solidFill>
              </a:rPr>
              <a:t> -</a:t>
            </a:r>
            <a:fld id="{01D71506-0713-46DD-9483-17E15EDE737E}" type="slidenum">
              <a:rPr lang="en-US" altLang="zh-CN" sz="1400" smtClean="0">
                <a:solidFill>
                  <a:srgbClr val="0D7157"/>
                </a:solidFill>
              </a:rPr>
              <a:pPr>
                <a:defRPr/>
              </a:pPr>
              <a:t>‹#›</a:t>
            </a:fld>
            <a:r>
              <a:rPr lang="en-US" altLang="zh-CN" sz="1400" dirty="0">
                <a:solidFill>
                  <a:srgbClr val="0D7157"/>
                </a:solidFill>
              </a:rPr>
              <a:t>- </a:t>
            </a:r>
          </a:p>
        </p:txBody>
      </p:sp>
    </p:spTree>
  </p:cSld>
  <p:clrMap bg1="lt1" tx1="dk1" bg2="lt2" tx2="dk2" accent1="accent1" accent2="accent2" accent3="accent3" accent4="accent4" accent5="accent5" accent6="accent6" hlink="hlink" folHlink="folHlink"/>
  <p:sldLayoutIdLst>
    <p:sldLayoutId id="2147483702" r:id="rId1"/>
    <p:sldLayoutId id="2147483667" r:id="rId2"/>
    <p:sldLayoutId id="2147483669" r:id="rId3"/>
    <p:sldLayoutId id="2147483671" r:id="rId4"/>
    <p:sldLayoutId id="2147483672" r:id="rId5"/>
    <p:sldLayoutId id="2147483677" r:id="rId6"/>
    <p:sldLayoutId id="2147483706" r:id="rId7"/>
    <p:sldLayoutId id="2147483714" r:id="rId8"/>
  </p:sldLayoutIdLst>
  <p:hf hdr="0" ftr="0" dt="0"/>
  <p:txStyles>
    <p:titleStyle>
      <a:lvl1pPr algn="l" rtl="0" eaLnBrk="0" fontAlgn="base" hangingPunct="0">
        <a:spcBef>
          <a:spcPct val="0"/>
        </a:spcBef>
        <a:spcAft>
          <a:spcPct val="0"/>
        </a:spcAft>
        <a:defRPr sz="2800" b="1" baseline="0">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微软雅黑" pitchFamily="34" charset="-122"/>
          <a:ea typeface="微软雅黑" pitchFamily="34" charset="-122"/>
        </a:defRPr>
      </a:lvl2pPr>
      <a:lvl3pPr algn="l" rtl="0" eaLnBrk="0" fontAlgn="base" hangingPunct="0">
        <a:spcBef>
          <a:spcPct val="0"/>
        </a:spcBef>
        <a:spcAft>
          <a:spcPct val="0"/>
        </a:spcAft>
        <a:defRPr sz="2800" b="1">
          <a:solidFill>
            <a:schemeClr val="bg1"/>
          </a:solidFill>
          <a:latin typeface="微软雅黑" pitchFamily="34" charset="-122"/>
          <a:ea typeface="微软雅黑" pitchFamily="34" charset="-122"/>
        </a:defRPr>
      </a:lvl3pPr>
      <a:lvl4pPr algn="l" rtl="0" eaLnBrk="0" fontAlgn="base" hangingPunct="0">
        <a:spcBef>
          <a:spcPct val="0"/>
        </a:spcBef>
        <a:spcAft>
          <a:spcPct val="0"/>
        </a:spcAft>
        <a:defRPr sz="2800" b="1">
          <a:solidFill>
            <a:schemeClr val="bg1"/>
          </a:solidFill>
          <a:latin typeface="微软雅黑" pitchFamily="34" charset="-122"/>
          <a:ea typeface="微软雅黑" pitchFamily="34" charset="-122"/>
        </a:defRPr>
      </a:lvl4pPr>
      <a:lvl5pPr algn="l" rtl="0" eaLnBrk="0" fontAlgn="base" hangingPunct="0">
        <a:spcBef>
          <a:spcPct val="0"/>
        </a:spcBef>
        <a:spcAft>
          <a:spcPct val="0"/>
        </a:spcAft>
        <a:defRPr sz="2800" b="1">
          <a:solidFill>
            <a:schemeClr val="bg1"/>
          </a:solidFill>
          <a:latin typeface="微软雅黑" pitchFamily="34" charset="-122"/>
          <a:ea typeface="微软雅黑" pitchFamily="34" charset="-122"/>
        </a:defRPr>
      </a:lvl5pPr>
      <a:lvl6pPr marL="457200" algn="l" rtl="0" fontAlgn="base">
        <a:spcBef>
          <a:spcPct val="0"/>
        </a:spcBef>
        <a:spcAft>
          <a:spcPct val="0"/>
        </a:spcAft>
        <a:defRPr sz="2800" b="1">
          <a:solidFill>
            <a:schemeClr val="bg1"/>
          </a:solidFill>
          <a:latin typeface="微软雅黑" pitchFamily="34" charset="-122"/>
          <a:ea typeface="微软雅黑" pitchFamily="34" charset="-122"/>
        </a:defRPr>
      </a:lvl6pPr>
      <a:lvl7pPr marL="914400" algn="l" rtl="0" fontAlgn="base">
        <a:spcBef>
          <a:spcPct val="0"/>
        </a:spcBef>
        <a:spcAft>
          <a:spcPct val="0"/>
        </a:spcAft>
        <a:defRPr sz="2800" b="1">
          <a:solidFill>
            <a:schemeClr val="bg1"/>
          </a:solidFill>
          <a:latin typeface="微软雅黑" pitchFamily="34" charset="-122"/>
          <a:ea typeface="微软雅黑" pitchFamily="34" charset="-122"/>
        </a:defRPr>
      </a:lvl7pPr>
      <a:lvl8pPr marL="1371600" algn="l" rtl="0" fontAlgn="base">
        <a:spcBef>
          <a:spcPct val="0"/>
        </a:spcBef>
        <a:spcAft>
          <a:spcPct val="0"/>
        </a:spcAft>
        <a:defRPr sz="2800" b="1">
          <a:solidFill>
            <a:schemeClr val="bg1"/>
          </a:solidFill>
          <a:latin typeface="微软雅黑" pitchFamily="34" charset="-122"/>
          <a:ea typeface="微软雅黑" pitchFamily="34" charset="-122"/>
        </a:defRPr>
      </a:lvl8pPr>
      <a:lvl9pPr marL="1828800" algn="l" rtl="0" fontAlgn="base">
        <a:spcBef>
          <a:spcPct val="0"/>
        </a:spcBef>
        <a:spcAft>
          <a:spcPct val="0"/>
        </a:spcAft>
        <a:defRPr sz="2800" b="1">
          <a:solidFill>
            <a:schemeClr val="bg1"/>
          </a:solidFill>
          <a:latin typeface="微软雅黑" pitchFamily="34" charset="-122"/>
          <a:ea typeface="微软雅黑" pitchFamily="34" charset="-122"/>
        </a:defRPr>
      </a:lvl9pPr>
    </p:titleStyle>
    <p:bodyStyle>
      <a:lvl1pPr marL="342900" indent="-342900" algn="l" rtl="0" eaLnBrk="0" fontAlgn="base" hangingPunct="0">
        <a:spcBef>
          <a:spcPct val="20000"/>
        </a:spcBef>
        <a:spcAft>
          <a:spcPct val="0"/>
        </a:spcAft>
        <a:buFont typeface="Arial" pitchFamily="34" charset="0"/>
        <a:buChar char="•"/>
        <a:defRPr lang="zh-CN" altLang="en-US" sz="2400" dirty="0" smtClean="0">
          <a:solidFill>
            <a:schemeClr val="tx1"/>
          </a:solidFill>
          <a:latin typeface="+mn-ea"/>
          <a:ea typeface="+mn-ea"/>
          <a:cs typeface="+mn-cs"/>
        </a:defRPr>
      </a:lvl1pPr>
      <a:lvl2pPr marL="742950" indent="-285750" algn="l" rtl="0" eaLnBrk="0" fontAlgn="base" hangingPunct="0">
        <a:spcBef>
          <a:spcPct val="20000"/>
        </a:spcBef>
        <a:spcAft>
          <a:spcPct val="0"/>
        </a:spcAft>
        <a:buFont typeface="Arial" pitchFamily="34" charset="0"/>
        <a:buChar char="–"/>
        <a:defRPr lang="zh-CN" altLang="en-US" sz="2000" dirty="0" smtClean="0">
          <a:solidFill>
            <a:srgbClr val="C00000"/>
          </a:solidFill>
          <a:latin typeface="+mn-ea"/>
          <a:ea typeface="+mn-ea"/>
        </a:defRPr>
      </a:lvl2pPr>
      <a:lvl3pPr marL="1143000" indent="-228600" algn="l" rtl="0" eaLnBrk="0" fontAlgn="base" hangingPunct="0">
        <a:spcBef>
          <a:spcPct val="20000"/>
        </a:spcBef>
        <a:spcAft>
          <a:spcPct val="0"/>
        </a:spcAft>
        <a:buFont typeface="Arial" pitchFamily="34" charset="0"/>
        <a:buChar char="•"/>
        <a:defRPr lang="zh-CN" altLang="en-US" sz="2000" dirty="0" smtClean="0">
          <a:solidFill>
            <a:schemeClr val="tx1"/>
          </a:solidFill>
          <a:latin typeface="+mn-ea"/>
          <a:ea typeface="+mn-ea"/>
        </a:defRPr>
      </a:lvl3pPr>
      <a:lvl4pPr marL="1600200" indent="-228600" algn="l" rtl="0" eaLnBrk="0" fontAlgn="base" hangingPunct="0">
        <a:spcBef>
          <a:spcPct val="20000"/>
        </a:spcBef>
        <a:spcAft>
          <a:spcPct val="0"/>
        </a:spcAft>
        <a:buFont typeface="Arial" pitchFamily="34" charset="0"/>
        <a:buChar char="–"/>
        <a:defRPr sz="1600">
          <a:solidFill>
            <a:schemeClr val="tx1"/>
          </a:solidFill>
          <a:latin typeface="+mn-lt"/>
          <a:ea typeface="+mn-ea"/>
        </a:defRPr>
      </a:lvl4pPr>
      <a:lvl5pPr marL="2057400" indent="-228600" algn="l" rtl="0" eaLnBrk="0" fontAlgn="base" hangingPunct="0">
        <a:spcBef>
          <a:spcPct val="20000"/>
        </a:spcBef>
        <a:spcAft>
          <a:spcPct val="0"/>
        </a:spcAft>
        <a:buFont typeface="Arial" pitchFamily="34" charset="0"/>
        <a:buChar char="»"/>
        <a:defRPr sz="1600">
          <a:solidFill>
            <a:schemeClr val="tx1"/>
          </a:solidFill>
          <a:latin typeface="+mn-lt"/>
          <a:ea typeface="+mn-ea"/>
        </a:defRPr>
      </a:lvl5pPr>
      <a:lvl6pPr marL="2514600" indent="-228600" algn="l" rtl="0" fontAlgn="base">
        <a:spcBef>
          <a:spcPct val="20000"/>
        </a:spcBef>
        <a:spcAft>
          <a:spcPct val="0"/>
        </a:spcAft>
        <a:buFont typeface="Arial" charset="0"/>
        <a:buChar char="»"/>
        <a:defRPr sz="1600">
          <a:solidFill>
            <a:schemeClr val="tx1"/>
          </a:solidFill>
          <a:latin typeface="+mn-lt"/>
          <a:ea typeface="+mn-ea"/>
        </a:defRPr>
      </a:lvl6pPr>
      <a:lvl7pPr marL="2971800" indent="-228600" algn="l" rtl="0" fontAlgn="base">
        <a:spcBef>
          <a:spcPct val="20000"/>
        </a:spcBef>
        <a:spcAft>
          <a:spcPct val="0"/>
        </a:spcAft>
        <a:buFont typeface="Arial" charset="0"/>
        <a:buChar char="»"/>
        <a:defRPr sz="1600">
          <a:solidFill>
            <a:schemeClr val="tx1"/>
          </a:solidFill>
          <a:latin typeface="+mn-lt"/>
          <a:ea typeface="+mn-ea"/>
        </a:defRPr>
      </a:lvl7pPr>
      <a:lvl8pPr marL="3429000" indent="-228600" algn="l" rtl="0" fontAlgn="base">
        <a:spcBef>
          <a:spcPct val="20000"/>
        </a:spcBef>
        <a:spcAft>
          <a:spcPct val="0"/>
        </a:spcAft>
        <a:buFont typeface="Arial" charset="0"/>
        <a:buChar char="»"/>
        <a:defRPr sz="1600">
          <a:solidFill>
            <a:schemeClr val="tx1"/>
          </a:solidFill>
          <a:latin typeface="+mn-lt"/>
          <a:ea typeface="+mn-ea"/>
        </a:defRPr>
      </a:lvl8pPr>
      <a:lvl9pPr marL="3886200" indent="-228600" algn="l" rtl="0" fontAlgn="base">
        <a:spcBef>
          <a:spcPct val="20000"/>
        </a:spcBef>
        <a:spcAft>
          <a:spcPct val="0"/>
        </a:spcAft>
        <a:buFont typeface="Arial"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51B32DB5-61ED-4E73-AD1A-BF618DCB12BE}" type="datetime1">
              <a:rPr lang="zh-CN" altLang="en-US" smtClean="0"/>
              <a:t>2025/12/2</a:t>
            </a:fld>
            <a:endParaRPr lang="en-US" altLang="zh-C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en-US" altLang="zh-C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687D7A59-36E2-48B9-B146-C1E59501F63F}"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ChangeArrowheads="1"/>
          </p:cNvSpPr>
          <p:nvPr/>
        </p:nvSpPr>
        <p:spPr bwMode="black">
          <a:xfrm>
            <a:off x="233772" y="1988840"/>
            <a:ext cx="8676456" cy="1944217"/>
          </a:xfrm>
          <a:prstGeom prst="rect">
            <a:avLst/>
          </a:prstGeom>
          <a:noFill/>
          <a:ln>
            <a:noFill/>
          </a:ln>
        </p:spPr>
        <p:txBody>
          <a:bodyPr tIns="540000" anchor="ctr"/>
          <a:lstStyle>
            <a:lvl1pPr indent="177800">
              <a:spcBef>
                <a:spcPct val="20000"/>
              </a:spcBef>
              <a:buFont typeface="Arial" panose="020B0604020202020204" pitchFamily="34" charset="0"/>
              <a:buChar char="•"/>
              <a:defRPr sz="2400">
                <a:solidFill>
                  <a:schemeClr val="tx1"/>
                </a:solidFill>
                <a:latin typeface="黑体" panose="02010609060101010101" pitchFamily="49" charset="-122"/>
                <a:ea typeface="宋体" panose="02010600030101010101" pitchFamily="2" charset="-122"/>
              </a:defRPr>
            </a:lvl1pPr>
            <a:lvl2pPr marL="742950" indent="-285750">
              <a:spcBef>
                <a:spcPct val="20000"/>
              </a:spcBef>
              <a:buFont typeface="Arial" panose="020B0604020202020204" pitchFamily="34" charset="0"/>
              <a:buChar char="–"/>
              <a:defRPr sz="2000">
                <a:solidFill>
                  <a:schemeClr val="tx1"/>
                </a:solidFill>
                <a:latin typeface="黑体" panose="02010609060101010101" pitchFamily="49" charset="-122"/>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黑体" panose="02010609060101010101" pitchFamily="49" charset="-122"/>
                <a:ea typeface="宋体" panose="02010600030101010101" pitchFamily="2" charset="-122"/>
              </a:defRPr>
            </a:lvl3pPr>
            <a:lvl4pPr marL="1600200" indent="-228600">
              <a:spcBef>
                <a:spcPct val="20000"/>
              </a:spcBef>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4pPr>
            <a:lvl5pPr marL="2057400" indent="-228600">
              <a:spcBef>
                <a:spcPct val="20000"/>
              </a:spcBef>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1600">
                <a:solidFill>
                  <a:schemeClr val="tx1"/>
                </a:solidFill>
                <a:latin typeface="黑体" panose="02010609060101010101" pitchFamily="49" charset="-122"/>
                <a:ea typeface="宋体" panose="02010600030101010101" pitchFamily="2" charset="-122"/>
              </a:defRPr>
            </a:lvl9pPr>
          </a:lstStyle>
          <a:p>
            <a:pPr marL="720000" algn="l">
              <a:spcBef>
                <a:spcPct val="0"/>
              </a:spcBef>
              <a:buFontTx/>
              <a:buNone/>
            </a:pPr>
            <a:endParaRPr lang="en-US" altLang="zh-CN" sz="4000" b="1" i="0" dirty="0">
              <a:solidFill>
                <a:srgbClr val="FFFFFF"/>
              </a:solidFill>
              <a:latin typeface="Arial" panose="020B0604020202020204" pitchFamily="34" charset="0"/>
              <a:ea typeface="微软雅黑" panose="020B0503020204020204" pitchFamily="34" charset="-122"/>
            </a:endParaRPr>
          </a:p>
          <a:p>
            <a:pPr marL="720000" algn="l">
              <a:spcBef>
                <a:spcPct val="0"/>
              </a:spcBef>
              <a:buFontTx/>
              <a:buNone/>
            </a:pPr>
            <a:r>
              <a:rPr lang="en-US" altLang="zh-CN" sz="4000" b="1" i="0" dirty="0">
                <a:solidFill>
                  <a:srgbClr val="FFFFFF"/>
                </a:solidFill>
                <a:latin typeface="Arial" panose="020B0604020202020204" pitchFamily="34" charset="0"/>
                <a:ea typeface="微软雅黑" panose="020B0503020204020204" pitchFamily="34" charset="-122"/>
              </a:rPr>
              <a:t>《</a:t>
            </a:r>
            <a:r>
              <a:rPr lang="zh-CN" altLang="en-US" sz="4000" b="1" i="0" dirty="0">
                <a:solidFill>
                  <a:srgbClr val="FFFFFF"/>
                </a:solidFill>
                <a:latin typeface="Arial" panose="020B0604020202020204" pitchFamily="34" charset="0"/>
                <a:ea typeface="微软雅黑" panose="020B0503020204020204" pitchFamily="34" charset="-122"/>
              </a:rPr>
              <a:t>计算机系统基础实验</a:t>
            </a:r>
            <a:r>
              <a:rPr lang="en-US" altLang="zh-CN" sz="4000" b="1" i="0" dirty="0">
                <a:solidFill>
                  <a:srgbClr val="FFFFFF"/>
                </a:solidFill>
                <a:latin typeface="Arial" panose="020B0604020202020204" pitchFamily="34" charset="0"/>
                <a:ea typeface="微软雅黑" panose="020B0503020204020204" pitchFamily="34" charset="-122"/>
              </a:rPr>
              <a:t>》</a:t>
            </a:r>
          </a:p>
          <a:p>
            <a:pPr algn="l">
              <a:spcBef>
                <a:spcPct val="0"/>
              </a:spcBef>
              <a:buNone/>
            </a:pPr>
            <a:r>
              <a:rPr lang="en-US" altLang="zh-CN" sz="2000" b="1" i="0" dirty="0">
                <a:solidFill>
                  <a:srgbClr val="FFFFFF"/>
                </a:solidFill>
                <a:latin typeface="Arial" panose="020B0604020202020204" pitchFamily="34" charset="0"/>
                <a:ea typeface="微软雅黑" panose="020B0503020204020204" pitchFamily="34" charset="-122"/>
              </a:rPr>
              <a:t>                  Introduction to Computer</a:t>
            </a:r>
            <a:r>
              <a:rPr lang="en-US" altLang="zh-CN" sz="2000" dirty="0">
                <a:solidFill>
                  <a:srgbClr val="080808"/>
                </a:solidFill>
                <a:latin typeface="Verdana" panose="020B0604030504040204" pitchFamily="34" charset="0"/>
                <a:ea typeface="华文细黑" panose="02010600040101010101" pitchFamily="2" charset="-122"/>
              </a:rPr>
              <a:t> </a:t>
            </a:r>
            <a:r>
              <a:rPr lang="en-US" altLang="zh-CN" sz="2000" b="1" i="0" dirty="0">
                <a:solidFill>
                  <a:srgbClr val="FFFFFF"/>
                </a:solidFill>
                <a:latin typeface="Arial" panose="020B0604020202020204" pitchFamily="34" charset="0"/>
                <a:ea typeface="微软雅黑" panose="020B0503020204020204" pitchFamily="34" charset="-122"/>
              </a:rPr>
              <a:t>Systems</a:t>
            </a:r>
            <a:endParaRPr lang="en-US" altLang="zh-CN" sz="4000" b="1" i="0" dirty="0">
              <a:solidFill>
                <a:srgbClr val="FFFFFF"/>
              </a:solidFill>
              <a:latin typeface="Arial" panose="020B0604020202020204" pitchFamily="34" charset="0"/>
              <a:ea typeface="微软雅黑" panose="020B0503020204020204" pitchFamily="34" charset="-122"/>
            </a:endParaRPr>
          </a:p>
          <a:p>
            <a:pPr algn="l">
              <a:spcBef>
                <a:spcPct val="0"/>
              </a:spcBef>
              <a:buFontTx/>
              <a:buNone/>
            </a:pPr>
            <a:r>
              <a:rPr lang="en-US" altLang="zh-CN" sz="4000" b="1" i="0" dirty="0">
                <a:solidFill>
                  <a:srgbClr val="FFFFFF"/>
                </a:solidFill>
                <a:latin typeface="Arial" panose="020B0604020202020204" pitchFamily="34" charset="0"/>
                <a:ea typeface="微软雅黑" panose="020B0503020204020204" pitchFamily="34" charset="-122"/>
              </a:rPr>
              <a:t>    </a:t>
            </a:r>
            <a:endParaRPr lang="en-US" altLang="zh-CN" sz="3200" b="1" i="0" dirty="0">
              <a:solidFill>
                <a:srgbClr val="FFFFFF"/>
              </a:solidFill>
              <a:latin typeface="Arial" panose="020B0604020202020204" pitchFamily="34" charset="0"/>
              <a:ea typeface="微软雅黑" panose="020B0503020204020204" pitchFamily="34" charset="-122"/>
            </a:endParaRPr>
          </a:p>
          <a:p>
            <a:pPr algn="ctr">
              <a:spcBef>
                <a:spcPct val="0"/>
              </a:spcBef>
              <a:buFontTx/>
              <a:buNone/>
            </a:pPr>
            <a:r>
              <a:rPr lang="en-US" altLang="zh-CN" sz="4000" b="1" i="0" dirty="0">
                <a:solidFill>
                  <a:srgbClr val="FFFFFF"/>
                </a:solidFill>
                <a:latin typeface="Arial" panose="020B0604020202020204" pitchFamily="34" charset="0"/>
                <a:ea typeface="微软雅黑" panose="020B0503020204020204" pitchFamily="34" charset="-122"/>
              </a:rPr>
              <a:t>                          </a:t>
            </a:r>
            <a:endParaRPr lang="zh-CN" altLang="en-US" sz="4000" i="0" dirty="0">
              <a:solidFill>
                <a:srgbClr val="FFFFFF"/>
              </a:solidFill>
              <a:latin typeface="Arial" panose="020B0604020202020204" pitchFamily="34" charset="0"/>
              <a:ea typeface="微软雅黑" panose="020B0503020204020204" pitchFamily="34" charset="-122"/>
            </a:endParaRPr>
          </a:p>
        </p:txBody>
      </p:sp>
      <p:pic>
        <p:nvPicPr>
          <p:cNvPr id="22535" name="图片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4293096"/>
            <a:ext cx="2811462"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83568" y="4797152"/>
            <a:ext cx="4032448" cy="523220"/>
          </a:xfrm>
          <a:prstGeom prst="rect">
            <a:avLst/>
          </a:prstGeom>
          <a:noFill/>
        </p:spPr>
        <p:txBody>
          <a:bodyPr wrap="square" rtlCol="0">
            <a:spAutoFit/>
          </a:bodyPr>
          <a:lstStyle/>
          <a:p>
            <a:pPr algn="l"/>
            <a:r>
              <a:rPr lang="en-US" altLang="zh-CN" sz="2800" b="1" dirty="0"/>
              <a:t>Lab3   </a:t>
            </a:r>
            <a:r>
              <a:rPr lang="zh-CN" altLang="en-US" sz="2800" b="1" dirty="0"/>
              <a:t>缓冲区溢出攻击</a:t>
            </a:r>
          </a:p>
        </p:txBody>
      </p:sp>
    </p:spTree>
    <p:extLst>
      <p:ext uri="{BB962C8B-B14F-4D97-AF65-F5344CB8AC3E}">
        <p14:creationId xmlns:p14="http://schemas.microsoft.com/office/powerpoint/2010/main" val="2084152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591056"/>
            <a:ext cx="8640959" cy="4535107"/>
          </a:xfrm>
        </p:spPr>
        <p:txBody>
          <a:bodyPr>
            <a:noAutofit/>
          </a:bodyPr>
          <a:lstStyle/>
          <a:p>
            <a:pPr lvl="1" eaLnBrk="1" hangingPunct="1">
              <a:defRPr/>
            </a:pPr>
            <a:r>
              <a:rPr lang="zh-CN" altLang="en-US" sz="2800" dirty="0"/>
              <a:t>实验环境： </a:t>
            </a:r>
            <a:r>
              <a:rPr lang="en-US" altLang="zh-CN" sz="2800" dirty="0" err="1"/>
              <a:t>linux</a:t>
            </a:r>
            <a:r>
              <a:rPr lang="en-US" altLang="zh-CN" sz="2800" dirty="0"/>
              <a:t> 32</a:t>
            </a:r>
            <a:r>
              <a:rPr lang="zh-CN" altLang="en-US" sz="2800" dirty="0"/>
              <a:t>位 </a:t>
            </a:r>
            <a:endParaRPr lang="en-US" altLang="zh-CN" sz="2800" dirty="0"/>
          </a:p>
          <a:p>
            <a:pPr lvl="1">
              <a:defRPr/>
            </a:pPr>
            <a:r>
              <a:rPr lang="zh-CN" altLang="en-US" sz="2800" dirty="0"/>
              <a:t>实验语言：</a:t>
            </a:r>
            <a:r>
              <a:rPr lang="en-US" altLang="zh-CN" sz="2800" dirty="0"/>
              <a:t>AT&amp;T</a:t>
            </a:r>
            <a:r>
              <a:rPr lang="zh-CN" altLang="en-US" sz="2800" dirty="0"/>
              <a:t>汇编语言</a:t>
            </a:r>
            <a:r>
              <a:rPr lang="en-US" altLang="zh-CN" sz="2800" dirty="0"/>
              <a:t> </a:t>
            </a:r>
          </a:p>
          <a:p>
            <a:pPr lvl="1">
              <a:lnSpc>
                <a:spcPct val="150000"/>
              </a:lnSpc>
              <a:defRPr/>
            </a:pPr>
            <a:r>
              <a:rPr lang="zh-CN" altLang="en-US" sz="2800" dirty="0"/>
              <a:t>实验技能：</a:t>
            </a:r>
            <a:r>
              <a:rPr lang="en-US" altLang="zh-CN" sz="2800" dirty="0" err="1"/>
              <a:t>linux</a:t>
            </a:r>
            <a:r>
              <a:rPr lang="zh-CN" altLang="en-US" sz="2800" dirty="0"/>
              <a:t>常用命令；</a:t>
            </a:r>
            <a:r>
              <a:rPr lang="en-US" altLang="zh-CN" sz="2800" dirty="0" err="1"/>
              <a:t>gdb</a:t>
            </a:r>
            <a:r>
              <a:rPr lang="zh-CN" altLang="en-US" sz="2800" dirty="0"/>
              <a:t>调试器和</a:t>
            </a:r>
            <a:r>
              <a:rPr lang="en-US" altLang="zh-CN" sz="2800" dirty="0" err="1"/>
              <a:t>objdump</a:t>
            </a:r>
            <a:endParaRPr lang="en-US" altLang="zh-CN" sz="2800" dirty="0"/>
          </a:p>
          <a:p>
            <a:pPr lvl="1">
              <a:lnSpc>
                <a:spcPct val="150000"/>
              </a:lnSpc>
              <a:defRPr/>
            </a:pPr>
            <a:r>
              <a:rPr lang="zh-CN" altLang="en-US" sz="2800" dirty="0"/>
              <a:t>实验目的：加深对</a:t>
            </a:r>
            <a:r>
              <a:rPr lang="en-US" altLang="zh-CN" sz="2800" dirty="0"/>
              <a:t>IA-32</a:t>
            </a:r>
            <a:r>
              <a:rPr lang="zh-CN" altLang="en-US" sz="2800" dirty="0"/>
              <a:t>函数调用规则和栈帧结构的理解。</a:t>
            </a:r>
          </a:p>
          <a:p>
            <a:pPr lvl="1">
              <a:defRPr/>
            </a:pPr>
            <a:r>
              <a:rPr lang="zh-CN" altLang="en-US" sz="2800" dirty="0"/>
              <a:t>实验原理：对目标程序实施缓冲区溢出攻击，通过造成缓冲区溢出来破坏目标程序的栈帧结构，继而执行一些原来程序中没有的行为。</a:t>
            </a:r>
          </a:p>
          <a:p>
            <a:pPr marL="301943" lvl="1" indent="0" eaLnBrk="1" hangingPunct="1">
              <a:buNone/>
              <a:defRPr/>
            </a:pPr>
            <a:endParaRPr lang="en-US" altLang="zh-CN" sz="2800" dirty="0"/>
          </a:p>
        </p:txBody>
      </p:sp>
      <p:sp>
        <p:nvSpPr>
          <p:cNvPr id="2" name="标题 1"/>
          <p:cNvSpPr>
            <a:spLocks noGrp="1"/>
          </p:cNvSpPr>
          <p:nvPr>
            <p:ph type="title"/>
          </p:nvPr>
        </p:nvSpPr>
        <p:spPr>
          <a:xfrm>
            <a:off x="457199" y="218114"/>
            <a:ext cx="8229600" cy="1252728"/>
          </a:xfrm>
        </p:spPr>
        <p:txBody>
          <a:bodyPr/>
          <a:lstStyle/>
          <a:p>
            <a:r>
              <a:rPr lang="zh-CN" altLang="en-US" dirty="0"/>
              <a:t>实验介绍</a:t>
            </a:r>
          </a:p>
        </p:txBody>
      </p:sp>
      <p:sp>
        <p:nvSpPr>
          <p:cNvPr id="9" name="灯片编号占位符 8">
            <a:extLst>
              <a:ext uri="{FF2B5EF4-FFF2-40B4-BE49-F238E27FC236}">
                <a16:creationId xmlns:a16="http://schemas.microsoft.com/office/drawing/2014/main" id="{3D76A638-3EE0-F290-6B3E-46A9A64CE119}"/>
              </a:ext>
            </a:extLst>
          </p:cNvPr>
          <p:cNvSpPr>
            <a:spLocks noGrp="1"/>
          </p:cNvSpPr>
          <p:nvPr>
            <p:ph type="sldNum" sz="quarter" idx="12"/>
          </p:nvPr>
        </p:nvSpPr>
        <p:spPr/>
        <p:txBody>
          <a:bodyPr/>
          <a:lstStyle/>
          <a:p>
            <a:fld id="{687D7A59-36E2-48B9-B146-C1E59501F63F}" type="slidenum">
              <a:rPr lang="en-US" smtClean="0"/>
              <a:pPr/>
              <a:t>1</a:t>
            </a:fld>
            <a:endParaRPr lang="en-US"/>
          </a:p>
        </p:txBody>
      </p:sp>
    </p:spTree>
    <p:extLst>
      <p:ext uri="{BB962C8B-B14F-4D97-AF65-F5344CB8AC3E}">
        <p14:creationId xmlns:p14="http://schemas.microsoft.com/office/powerpoint/2010/main" val="3501213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实验</a:t>
            </a:r>
            <a:r>
              <a:rPr lang="zh-CN" altLang="en-US" dirty="0"/>
              <a:t>包文件</a:t>
            </a:r>
          </a:p>
        </p:txBody>
      </p:sp>
      <p:sp>
        <p:nvSpPr>
          <p:cNvPr id="3" name="内容占位符 2"/>
          <p:cNvSpPr>
            <a:spLocks noGrp="1"/>
          </p:cNvSpPr>
          <p:nvPr>
            <p:ph idx="1"/>
          </p:nvPr>
        </p:nvSpPr>
        <p:spPr>
          <a:xfrm>
            <a:off x="251520" y="1772816"/>
            <a:ext cx="8640960" cy="3816424"/>
          </a:xfrm>
        </p:spPr>
        <p:txBody>
          <a:bodyPr>
            <a:normAutofit/>
          </a:bodyPr>
          <a:lstStyle/>
          <a:p>
            <a:pPr marL="0" indent="0">
              <a:buNone/>
            </a:pPr>
            <a:r>
              <a:rPr lang="zh-CN" altLang="en-US" sz="2800" dirty="0"/>
              <a:t>实验包</a:t>
            </a:r>
            <a:r>
              <a:rPr lang="en-US" altLang="zh-CN" sz="2800" dirty="0"/>
              <a:t>bufbomb-handout.tar</a:t>
            </a:r>
            <a:r>
              <a:rPr lang="zh-CN" altLang="en-US" sz="2800" dirty="0"/>
              <a:t>包含下面文件</a:t>
            </a:r>
            <a:endParaRPr lang="en-US" altLang="zh-CN" sz="2800" dirty="0"/>
          </a:p>
          <a:p>
            <a:pPr lvl="1">
              <a:lnSpc>
                <a:spcPct val="150000"/>
              </a:lnSpc>
            </a:pPr>
            <a:r>
              <a:rPr lang="en-US" altLang="zh-CN" sz="2800" dirty="0">
                <a:solidFill>
                  <a:srgbClr val="FF0000"/>
                </a:solidFill>
              </a:rPr>
              <a:t> </a:t>
            </a:r>
            <a:r>
              <a:rPr lang="en-US" altLang="zh-CN" sz="2800" dirty="0" err="1">
                <a:solidFill>
                  <a:srgbClr val="FF0000"/>
                </a:solidFill>
              </a:rPr>
              <a:t>bufbomb</a:t>
            </a:r>
            <a:r>
              <a:rPr lang="zh-CN" altLang="zh-CN" sz="2800" dirty="0">
                <a:solidFill>
                  <a:srgbClr val="FF0000"/>
                </a:solidFill>
              </a:rPr>
              <a:t>：</a:t>
            </a:r>
            <a:r>
              <a:rPr lang="en-US" altLang="zh-CN" sz="2800" dirty="0">
                <a:solidFill>
                  <a:srgbClr val="FF0000"/>
                </a:solidFill>
              </a:rPr>
              <a:t>    </a:t>
            </a:r>
            <a:r>
              <a:rPr lang="zh-CN" altLang="en-US" sz="2800" dirty="0">
                <a:solidFill>
                  <a:srgbClr val="FF0000"/>
                </a:solidFill>
              </a:rPr>
              <a:t>可执行文件，</a:t>
            </a:r>
            <a:r>
              <a:rPr lang="zh-CN" altLang="zh-CN" sz="2800" dirty="0">
                <a:solidFill>
                  <a:srgbClr val="FF0000"/>
                </a:solidFill>
              </a:rPr>
              <a:t>攻击目标程序</a:t>
            </a:r>
            <a:r>
              <a:rPr lang="zh-CN" altLang="en-US" sz="2800" dirty="0">
                <a:solidFill>
                  <a:srgbClr val="FF0000"/>
                </a:solidFill>
              </a:rPr>
              <a:t>。</a:t>
            </a:r>
            <a:endParaRPr lang="zh-CN" altLang="zh-CN" sz="2800" dirty="0">
              <a:solidFill>
                <a:srgbClr val="FF0000"/>
              </a:solidFill>
            </a:endParaRPr>
          </a:p>
          <a:p>
            <a:pPr lvl="1">
              <a:lnSpc>
                <a:spcPct val="150000"/>
              </a:lnSpc>
            </a:pPr>
            <a:r>
              <a:rPr lang="en-US" altLang="zh-CN" sz="2800" dirty="0" err="1">
                <a:solidFill>
                  <a:srgbClr val="FF0000"/>
                </a:solidFill>
              </a:rPr>
              <a:t>makecookie</a:t>
            </a:r>
            <a:r>
              <a:rPr lang="zh-CN" altLang="zh-CN" sz="2800" dirty="0">
                <a:solidFill>
                  <a:schemeClr val="tx1"/>
                </a:solidFill>
              </a:rPr>
              <a:t>：基于学号产生</a:t>
            </a:r>
            <a:r>
              <a:rPr lang="en-US" altLang="zh-CN" sz="2800" dirty="0">
                <a:solidFill>
                  <a:schemeClr val="tx1"/>
                </a:solidFill>
              </a:rPr>
              <a:t>4</a:t>
            </a:r>
            <a:r>
              <a:rPr lang="zh-CN" altLang="zh-CN" sz="2800" dirty="0">
                <a:solidFill>
                  <a:schemeClr val="tx1"/>
                </a:solidFill>
              </a:rPr>
              <a:t>字节序列</a:t>
            </a:r>
            <a:r>
              <a:rPr lang="zh-CN" altLang="en-US" sz="2800" dirty="0">
                <a:solidFill>
                  <a:schemeClr val="tx1"/>
                </a:solidFill>
              </a:rPr>
              <a:t>，</a:t>
            </a:r>
            <a:r>
              <a:rPr lang="zh-CN" altLang="zh-CN" sz="2800" dirty="0">
                <a:solidFill>
                  <a:schemeClr val="tx1"/>
                </a:solidFill>
              </a:rPr>
              <a:t>如</a:t>
            </a:r>
            <a:r>
              <a:rPr lang="en-US" altLang="zh-CN" sz="2800" dirty="0">
                <a:solidFill>
                  <a:schemeClr val="tx1"/>
                </a:solidFill>
              </a:rPr>
              <a:t>0x5f405c9a</a:t>
            </a:r>
            <a:r>
              <a:rPr lang="zh-CN" altLang="zh-CN" sz="2800" dirty="0">
                <a:solidFill>
                  <a:schemeClr val="tx1"/>
                </a:solidFill>
              </a:rPr>
              <a:t>，称为“</a:t>
            </a:r>
            <a:r>
              <a:rPr lang="en-US" altLang="zh-CN" sz="2800" dirty="0">
                <a:solidFill>
                  <a:schemeClr val="tx1"/>
                </a:solidFill>
              </a:rPr>
              <a:t>cookie</a:t>
            </a:r>
            <a:r>
              <a:rPr lang="zh-CN" altLang="zh-CN" sz="2800" dirty="0">
                <a:solidFill>
                  <a:schemeClr val="tx1"/>
                </a:solidFill>
              </a:rPr>
              <a:t>”。</a:t>
            </a:r>
          </a:p>
          <a:p>
            <a:pPr lvl="1">
              <a:lnSpc>
                <a:spcPct val="150000"/>
              </a:lnSpc>
            </a:pPr>
            <a:r>
              <a:rPr lang="en-US" altLang="zh-CN" sz="2800" dirty="0">
                <a:solidFill>
                  <a:schemeClr val="tx1"/>
                </a:solidFill>
              </a:rPr>
              <a:t> </a:t>
            </a:r>
            <a:r>
              <a:rPr lang="en-US" altLang="zh-CN" sz="2800" dirty="0">
                <a:solidFill>
                  <a:srgbClr val="FF0000"/>
                </a:solidFill>
              </a:rPr>
              <a:t>hex2raw</a:t>
            </a:r>
            <a:r>
              <a:rPr lang="zh-CN" altLang="zh-CN" sz="2800" dirty="0">
                <a:solidFill>
                  <a:schemeClr val="tx1"/>
                </a:solidFill>
              </a:rPr>
              <a:t>：</a:t>
            </a:r>
            <a:r>
              <a:rPr lang="en-US" altLang="zh-CN" sz="2800" dirty="0">
                <a:solidFill>
                  <a:schemeClr val="tx1"/>
                </a:solidFill>
              </a:rPr>
              <a:t>      </a:t>
            </a:r>
            <a:r>
              <a:rPr lang="zh-CN" altLang="en-US" sz="2800" dirty="0">
                <a:solidFill>
                  <a:schemeClr val="tx1"/>
                </a:solidFill>
              </a:rPr>
              <a:t>可执行文件，</a:t>
            </a:r>
            <a:r>
              <a:rPr lang="zh-CN" altLang="zh-CN" sz="2800" dirty="0">
                <a:solidFill>
                  <a:schemeClr val="tx1"/>
                </a:solidFill>
              </a:rPr>
              <a:t>字符串格式转换程序。</a:t>
            </a:r>
            <a:endParaRPr lang="zh-CN" altLang="en-US" sz="2800" dirty="0">
              <a:solidFill>
                <a:schemeClr val="tx1"/>
              </a:solidFill>
            </a:endParaRPr>
          </a:p>
          <a:p>
            <a:pPr marL="0" indent="0" algn="r">
              <a:buNone/>
            </a:pPr>
            <a:endParaRPr lang="en-US" altLang="zh-CN" sz="3000" dirty="0"/>
          </a:p>
          <a:p>
            <a:pPr marL="0" indent="0" algn="r">
              <a:buNone/>
            </a:pPr>
            <a:endParaRPr lang="en-US" altLang="zh-CN" sz="3000" dirty="0">
              <a:solidFill>
                <a:srgbClr val="00B050"/>
              </a:solidFill>
            </a:endParaRPr>
          </a:p>
          <a:p>
            <a:pPr marL="0" indent="0" algn="r">
              <a:buNone/>
            </a:pPr>
            <a:endParaRPr lang="en-US" altLang="zh-CN" dirty="0">
              <a:solidFill>
                <a:srgbClr val="00B050"/>
              </a:solidFill>
            </a:endParaRPr>
          </a:p>
          <a:p>
            <a:pPr marL="0" indent="0">
              <a:buNone/>
            </a:pPr>
            <a:endParaRPr lang="zh-CN" altLang="en-US" b="1" dirty="0">
              <a:solidFill>
                <a:srgbClr val="00B050"/>
              </a:solidFill>
            </a:endParaRPr>
          </a:p>
        </p:txBody>
      </p:sp>
      <p:sp>
        <p:nvSpPr>
          <p:cNvPr id="8" name="灯片编号占位符 7">
            <a:extLst>
              <a:ext uri="{FF2B5EF4-FFF2-40B4-BE49-F238E27FC236}">
                <a16:creationId xmlns:a16="http://schemas.microsoft.com/office/drawing/2014/main" id="{73DC49D6-8022-2FB4-2FD9-8595AA9CBF50}"/>
              </a:ext>
            </a:extLst>
          </p:cNvPr>
          <p:cNvSpPr>
            <a:spLocks noGrp="1"/>
          </p:cNvSpPr>
          <p:nvPr>
            <p:ph type="sldNum" sz="quarter" idx="12"/>
          </p:nvPr>
        </p:nvSpPr>
        <p:spPr/>
        <p:txBody>
          <a:bodyPr/>
          <a:lstStyle/>
          <a:p>
            <a:fld id="{687D7A59-36E2-48B9-B146-C1E59501F63F}" type="slidenum">
              <a:rPr lang="en-US" smtClean="0"/>
              <a:pPr/>
              <a:t>2</a:t>
            </a:fld>
            <a:endParaRPr lang="en-US"/>
          </a:p>
        </p:txBody>
      </p:sp>
    </p:spTree>
    <p:extLst>
      <p:ext uri="{BB962C8B-B14F-4D97-AF65-F5344CB8AC3E}">
        <p14:creationId xmlns:p14="http://schemas.microsoft.com/office/powerpoint/2010/main" val="274540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340768"/>
            <a:ext cx="8640959" cy="4896544"/>
          </a:xfrm>
        </p:spPr>
        <p:txBody>
          <a:bodyPr>
            <a:normAutofit fontScale="77500" lnSpcReduction="20000"/>
          </a:bodyPr>
          <a:lstStyle/>
          <a:p>
            <a:pPr marL="0" indent="0">
              <a:lnSpc>
                <a:spcPct val="120000"/>
              </a:lnSpc>
              <a:buNone/>
            </a:pPr>
            <a:r>
              <a:rPr lang="zh-CN" altLang="en-US" sz="3400" dirty="0"/>
              <a:t>          构造</a:t>
            </a:r>
            <a:r>
              <a:rPr lang="en-US" altLang="zh-CN" sz="3400" dirty="0"/>
              <a:t>5</a:t>
            </a:r>
            <a:r>
              <a:rPr lang="zh-CN" altLang="en-US" sz="3400" dirty="0"/>
              <a:t>个攻击字符串，对目标程序实施缓冲区溢出攻击。</a:t>
            </a:r>
            <a:r>
              <a:rPr lang="en-US" altLang="zh-CN" sz="3400" dirty="0"/>
              <a:t>5</a:t>
            </a:r>
            <a:r>
              <a:rPr lang="zh-CN" altLang="en-US" sz="3400" dirty="0"/>
              <a:t>次攻击难度递增，分别为</a:t>
            </a:r>
          </a:p>
          <a:p>
            <a:pPr marL="927100" lvl="1" indent="-457200">
              <a:lnSpc>
                <a:spcPct val="150000"/>
              </a:lnSpc>
              <a:buFont typeface="+mj-lt"/>
              <a:buAutoNum type="arabicPeriod"/>
            </a:pPr>
            <a:r>
              <a:rPr lang="en-US" altLang="zh-CN" sz="3400" dirty="0"/>
              <a:t>Smoke</a:t>
            </a:r>
            <a:r>
              <a:rPr lang="zh-CN" altLang="en-US" sz="3400" dirty="0"/>
              <a:t>：让目标程序调用</a:t>
            </a:r>
            <a:r>
              <a:rPr lang="en-US" altLang="zh-CN" sz="3400" dirty="0">
                <a:solidFill>
                  <a:srgbClr val="FF0000"/>
                </a:solidFill>
              </a:rPr>
              <a:t>smoke</a:t>
            </a:r>
            <a:r>
              <a:rPr lang="zh-CN" altLang="en-US" sz="3400" dirty="0">
                <a:solidFill>
                  <a:srgbClr val="FF0000"/>
                </a:solidFill>
              </a:rPr>
              <a:t>函数</a:t>
            </a:r>
            <a:endParaRPr lang="zh-CN" altLang="en-US" sz="3400" dirty="0"/>
          </a:p>
          <a:p>
            <a:pPr marL="927100" lvl="1" indent="-457200">
              <a:lnSpc>
                <a:spcPct val="150000"/>
              </a:lnSpc>
              <a:buFont typeface="+mj-lt"/>
              <a:buAutoNum type="arabicPeriod"/>
            </a:pPr>
            <a:r>
              <a:rPr lang="en-US" altLang="zh-CN" sz="3400" dirty="0"/>
              <a:t>Fizz</a:t>
            </a:r>
            <a:r>
              <a:rPr lang="zh-CN" altLang="en-US" sz="3400" dirty="0"/>
              <a:t>：让目标程序使用特定参数调用</a:t>
            </a:r>
            <a:r>
              <a:rPr lang="en-US" altLang="zh-CN" sz="3400" dirty="0">
                <a:solidFill>
                  <a:srgbClr val="FF0000"/>
                </a:solidFill>
              </a:rPr>
              <a:t>Fizz</a:t>
            </a:r>
            <a:r>
              <a:rPr lang="zh-CN" altLang="en-US" sz="3400" dirty="0">
                <a:solidFill>
                  <a:srgbClr val="FF0000"/>
                </a:solidFill>
              </a:rPr>
              <a:t>函数</a:t>
            </a:r>
            <a:endParaRPr lang="zh-CN" altLang="en-US" sz="3400" dirty="0"/>
          </a:p>
          <a:p>
            <a:pPr marL="927100" lvl="1" indent="-457200">
              <a:lnSpc>
                <a:spcPct val="150000"/>
              </a:lnSpc>
              <a:buFont typeface="+mj-lt"/>
              <a:buAutoNum type="arabicPeriod"/>
            </a:pPr>
            <a:r>
              <a:rPr lang="en-US" altLang="zh-CN" sz="3400" dirty="0"/>
              <a:t>Bang</a:t>
            </a:r>
            <a:r>
              <a:rPr lang="zh-CN" altLang="en-US" sz="3400" dirty="0"/>
              <a:t>：让目标程序调用</a:t>
            </a:r>
            <a:r>
              <a:rPr lang="en-US" altLang="zh-CN" sz="3400" dirty="0">
                <a:solidFill>
                  <a:srgbClr val="FF0000"/>
                </a:solidFill>
              </a:rPr>
              <a:t>Bang</a:t>
            </a:r>
            <a:r>
              <a:rPr lang="zh-CN" altLang="en-US" sz="3400" dirty="0">
                <a:solidFill>
                  <a:srgbClr val="FF0000"/>
                </a:solidFill>
              </a:rPr>
              <a:t>函数</a:t>
            </a:r>
            <a:r>
              <a:rPr lang="zh-CN" altLang="en-US" sz="3400" dirty="0"/>
              <a:t>，并篡改全局变量</a:t>
            </a:r>
          </a:p>
          <a:p>
            <a:pPr marL="927100" lvl="1" indent="-457200">
              <a:lnSpc>
                <a:spcPct val="150000"/>
              </a:lnSpc>
              <a:buFont typeface="+mj-lt"/>
              <a:buAutoNum type="arabicPeriod"/>
            </a:pPr>
            <a:r>
              <a:rPr lang="en-US" altLang="zh-CN" sz="3400" dirty="0"/>
              <a:t>Boom</a:t>
            </a:r>
            <a:r>
              <a:rPr lang="zh-CN" altLang="en-US" sz="3400" dirty="0"/>
              <a:t>：让目标程序返回</a:t>
            </a:r>
            <a:r>
              <a:rPr lang="en-US" altLang="zh-CN" sz="3400" dirty="0"/>
              <a:t>test</a:t>
            </a:r>
            <a:r>
              <a:rPr lang="zh-CN" altLang="en-US" sz="3400" dirty="0"/>
              <a:t>函数，但不返回</a:t>
            </a:r>
            <a:r>
              <a:rPr lang="en-US" altLang="zh-CN" sz="3400" dirty="0"/>
              <a:t>1</a:t>
            </a:r>
            <a:r>
              <a:rPr lang="zh-CN" altLang="en-US" sz="3400" dirty="0"/>
              <a:t>，而是返回</a:t>
            </a:r>
            <a:r>
              <a:rPr lang="en-US" altLang="zh-CN" sz="3400" dirty="0"/>
              <a:t>cookie</a:t>
            </a:r>
            <a:r>
              <a:rPr lang="zh-CN" altLang="en-US" sz="3400" dirty="0"/>
              <a:t>值</a:t>
            </a:r>
          </a:p>
          <a:p>
            <a:pPr marL="984250" lvl="1" indent="-514350">
              <a:lnSpc>
                <a:spcPct val="150000"/>
              </a:lnSpc>
              <a:buFont typeface="+mj-lt"/>
              <a:buAutoNum type="arabicPeriod"/>
            </a:pPr>
            <a:r>
              <a:rPr lang="en-US" altLang="zh-CN" sz="3400" dirty="0"/>
              <a:t>Nitro</a:t>
            </a:r>
            <a:r>
              <a:rPr lang="zh-CN" altLang="en-US" sz="3400" dirty="0"/>
              <a:t>：让目标程序返回</a:t>
            </a:r>
            <a:r>
              <a:rPr lang="en-US" altLang="zh-CN" sz="3400" dirty="0" err="1"/>
              <a:t>testn</a:t>
            </a:r>
            <a:r>
              <a:rPr lang="zh-CN" altLang="en-US" sz="3400" dirty="0"/>
              <a:t>函数，但不返回</a:t>
            </a:r>
            <a:r>
              <a:rPr lang="en-US" altLang="zh-CN" sz="3400" dirty="0"/>
              <a:t>1</a:t>
            </a:r>
            <a:r>
              <a:rPr lang="zh-CN" altLang="en-US" sz="3400" dirty="0"/>
              <a:t>，而是返回</a:t>
            </a:r>
            <a:r>
              <a:rPr lang="en-US" altLang="zh-CN" sz="3400" dirty="0"/>
              <a:t>cookie</a:t>
            </a:r>
            <a:r>
              <a:rPr lang="zh-CN" altLang="en-US" sz="3400" dirty="0"/>
              <a:t>值</a:t>
            </a:r>
            <a:endParaRPr lang="en-US" altLang="zh-CN" sz="3400" dirty="0"/>
          </a:p>
        </p:txBody>
      </p:sp>
      <p:sp>
        <p:nvSpPr>
          <p:cNvPr id="2" name="标题 1"/>
          <p:cNvSpPr>
            <a:spLocks noGrp="1"/>
          </p:cNvSpPr>
          <p:nvPr>
            <p:ph type="title"/>
          </p:nvPr>
        </p:nvSpPr>
        <p:spPr>
          <a:xfrm>
            <a:off x="467544" y="188640"/>
            <a:ext cx="8229600" cy="1002440"/>
          </a:xfrm>
        </p:spPr>
        <p:txBody>
          <a:bodyPr/>
          <a:lstStyle/>
          <a:p>
            <a:r>
              <a:rPr lang="zh-CN" altLang="en-US" dirty="0"/>
              <a:t>实验任务</a:t>
            </a:r>
          </a:p>
        </p:txBody>
      </p:sp>
      <p:sp>
        <p:nvSpPr>
          <p:cNvPr id="8" name="灯片编号占位符 7">
            <a:extLst>
              <a:ext uri="{FF2B5EF4-FFF2-40B4-BE49-F238E27FC236}">
                <a16:creationId xmlns:a16="http://schemas.microsoft.com/office/drawing/2014/main" id="{DAC3433A-CB48-407D-12E2-EC7CDBC8935D}"/>
              </a:ext>
            </a:extLst>
          </p:cNvPr>
          <p:cNvSpPr>
            <a:spLocks noGrp="1"/>
          </p:cNvSpPr>
          <p:nvPr>
            <p:ph type="sldNum" sz="quarter" idx="12"/>
          </p:nvPr>
        </p:nvSpPr>
        <p:spPr/>
        <p:txBody>
          <a:bodyPr/>
          <a:lstStyle/>
          <a:p>
            <a:fld id="{687D7A59-36E2-48B9-B146-C1E59501F63F}" type="slidenum">
              <a:rPr lang="en-US" smtClean="0"/>
              <a:pPr/>
              <a:t>3</a:t>
            </a:fld>
            <a:endParaRPr lang="en-US"/>
          </a:p>
        </p:txBody>
      </p:sp>
    </p:spTree>
    <p:extLst>
      <p:ext uri="{BB962C8B-B14F-4D97-AF65-F5344CB8AC3E}">
        <p14:creationId xmlns:p14="http://schemas.microsoft.com/office/powerpoint/2010/main" val="1598065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3528" y="1988840"/>
            <a:ext cx="8568951" cy="4464496"/>
          </a:xfrm>
        </p:spPr>
        <p:txBody>
          <a:bodyPr>
            <a:normAutofit/>
          </a:bodyPr>
          <a:lstStyle/>
          <a:p>
            <a:r>
              <a:rPr lang="zh-CN" altLang="en-US" dirty="0"/>
              <a:t>总共</a:t>
            </a:r>
            <a:r>
              <a:rPr lang="en-US" altLang="zh-CN" dirty="0"/>
              <a:t>5</a:t>
            </a:r>
            <a:r>
              <a:rPr lang="zh-CN" altLang="en-US" dirty="0"/>
              <a:t>关，原始分数分别为：</a:t>
            </a:r>
            <a:endParaRPr lang="en-US" altLang="zh-CN" dirty="0"/>
          </a:p>
          <a:p>
            <a:pPr marL="0" indent="0">
              <a:buNone/>
            </a:pPr>
            <a:r>
              <a:rPr lang="en-US" altLang="zh-CN" dirty="0"/>
              <a:t>                     </a:t>
            </a:r>
            <a:r>
              <a:rPr lang="en-US" altLang="zh-CN" sz="3200" b="1" dirty="0">
                <a:solidFill>
                  <a:srgbClr val="3333FF"/>
                </a:solidFill>
              </a:rPr>
              <a:t>5, 10, 10, 10, 15</a:t>
            </a:r>
          </a:p>
          <a:p>
            <a:r>
              <a:rPr lang="en-US" altLang="zh-CN" sz="3200" b="1" dirty="0">
                <a:solidFill>
                  <a:srgbClr val="3333FF"/>
                </a:solidFill>
              </a:rPr>
              <a:t> </a:t>
            </a:r>
            <a:r>
              <a:rPr lang="zh-CN" altLang="en-US" dirty="0"/>
              <a:t>原始总分</a:t>
            </a:r>
            <a:r>
              <a:rPr lang="en-US" altLang="zh-CN" dirty="0"/>
              <a:t>50</a:t>
            </a:r>
            <a:r>
              <a:rPr lang="zh-CN" altLang="en-US" dirty="0"/>
              <a:t>分，折算实际分数</a:t>
            </a:r>
            <a:r>
              <a:rPr lang="en-US" altLang="zh-CN" dirty="0"/>
              <a:t>10</a:t>
            </a:r>
            <a:r>
              <a:rPr lang="zh-CN" altLang="en-US" dirty="0"/>
              <a:t>分</a:t>
            </a:r>
            <a:endParaRPr lang="en-US" altLang="zh-CN" dirty="0"/>
          </a:p>
          <a:p>
            <a:r>
              <a:rPr lang="zh-CN" altLang="en-US" dirty="0"/>
              <a:t>和</a:t>
            </a:r>
            <a:r>
              <a:rPr lang="en-US" altLang="zh-CN" dirty="0"/>
              <a:t>lab2</a:t>
            </a:r>
            <a:r>
              <a:rPr lang="zh-CN" altLang="en-US" dirty="0"/>
              <a:t>一样，</a:t>
            </a:r>
            <a:r>
              <a:rPr lang="en-US" altLang="zh-CN" dirty="0"/>
              <a:t>lab3</a:t>
            </a:r>
            <a:r>
              <a:rPr lang="zh-CN" altLang="en-US" dirty="0"/>
              <a:t>只能在线运行，服务器会记录每次提交结果，</a:t>
            </a:r>
            <a:r>
              <a:rPr lang="zh-CN" altLang="en-US" b="1" dirty="0"/>
              <a:t>错误结果超过</a:t>
            </a:r>
            <a:r>
              <a:rPr lang="en-US" altLang="zh-CN" b="1" dirty="0"/>
              <a:t>10</a:t>
            </a:r>
            <a:r>
              <a:rPr lang="zh-CN" altLang="en-US" b="1" dirty="0"/>
              <a:t>次会被扣分。</a:t>
            </a:r>
            <a:r>
              <a:rPr lang="en-US" altLang="zh-CN" b="1" dirty="0"/>
              <a:t>10</a:t>
            </a:r>
            <a:r>
              <a:rPr lang="zh-CN" altLang="en-US" b="1" dirty="0"/>
              <a:t>次错误后每次错误提交扣原始分</a:t>
            </a:r>
            <a:r>
              <a:rPr lang="en-US" altLang="zh-CN" b="1" dirty="0"/>
              <a:t>1</a:t>
            </a:r>
            <a:r>
              <a:rPr lang="zh-CN" altLang="en-US" b="1" dirty="0"/>
              <a:t>分。</a:t>
            </a:r>
            <a:endParaRPr lang="en-US" altLang="zh-CN" b="1" dirty="0"/>
          </a:p>
          <a:p>
            <a:r>
              <a:rPr lang="zh-CN" altLang="en-US" b="1" dirty="0"/>
              <a:t>注意：</a:t>
            </a:r>
            <a:endParaRPr lang="en-US" altLang="zh-CN" b="1" dirty="0"/>
          </a:p>
          <a:p>
            <a:pPr marL="0" indent="0">
              <a:buNone/>
            </a:pPr>
            <a:r>
              <a:rPr lang="en-US" altLang="zh-CN" dirty="0"/>
              <a:t>    1. </a:t>
            </a:r>
            <a:r>
              <a:rPr lang="en-US" altLang="zh-CN" dirty="0" err="1"/>
              <a:t>bufbomb</a:t>
            </a:r>
            <a:r>
              <a:rPr lang="zh-CN" altLang="en-US" dirty="0"/>
              <a:t>正常执行（没有引起缓冲区溢出）不扣分；</a:t>
            </a:r>
            <a:endParaRPr lang="en-US" altLang="zh-CN" dirty="0"/>
          </a:p>
          <a:p>
            <a:pPr marL="0" indent="0">
              <a:buNone/>
            </a:pPr>
            <a:r>
              <a:rPr lang="en-US" altLang="zh-CN" dirty="0"/>
              <a:t>    2. nitro</a:t>
            </a:r>
            <a:r>
              <a:rPr lang="zh-CN" altLang="en-US" dirty="0"/>
              <a:t>关看整体，如果没有通过，计</a:t>
            </a:r>
            <a:r>
              <a:rPr lang="en-US" altLang="zh-CN" dirty="0"/>
              <a:t>1</a:t>
            </a:r>
            <a:r>
              <a:rPr lang="zh-CN" altLang="en-US" dirty="0"/>
              <a:t>次错误。</a:t>
            </a:r>
          </a:p>
        </p:txBody>
      </p:sp>
      <p:sp>
        <p:nvSpPr>
          <p:cNvPr id="3" name="标题 2"/>
          <p:cNvSpPr>
            <a:spLocks noGrp="1"/>
          </p:cNvSpPr>
          <p:nvPr>
            <p:ph type="title"/>
          </p:nvPr>
        </p:nvSpPr>
        <p:spPr/>
        <p:txBody>
          <a:bodyPr/>
          <a:lstStyle/>
          <a:p>
            <a:r>
              <a:rPr lang="zh-CN" altLang="en-US" dirty="0"/>
              <a:t>原始分数比例</a:t>
            </a:r>
          </a:p>
        </p:txBody>
      </p:sp>
      <p:sp>
        <p:nvSpPr>
          <p:cNvPr id="8" name="灯片编号占位符 7">
            <a:extLst>
              <a:ext uri="{FF2B5EF4-FFF2-40B4-BE49-F238E27FC236}">
                <a16:creationId xmlns:a16="http://schemas.microsoft.com/office/drawing/2014/main" id="{3ED161E2-81BB-8BFB-0291-F83E12F4E679}"/>
              </a:ext>
            </a:extLst>
          </p:cNvPr>
          <p:cNvSpPr>
            <a:spLocks noGrp="1"/>
          </p:cNvSpPr>
          <p:nvPr>
            <p:ph type="sldNum" sz="quarter" idx="12"/>
          </p:nvPr>
        </p:nvSpPr>
        <p:spPr/>
        <p:txBody>
          <a:bodyPr/>
          <a:lstStyle/>
          <a:p>
            <a:fld id="{687D7A59-36E2-48B9-B146-C1E59501F63F}" type="slidenum">
              <a:rPr lang="en-US" smtClean="0"/>
              <a:pPr/>
              <a:t>4</a:t>
            </a:fld>
            <a:endParaRPr lang="en-US" dirty="0"/>
          </a:p>
        </p:txBody>
      </p:sp>
    </p:spTree>
    <p:extLst>
      <p:ext uri="{BB962C8B-B14F-4D97-AF65-F5344CB8AC3E}">
        <p14:creationId xmlns:p14="http://schemas.microsoft.com/office/powerpoint/2010/main" val="2512468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8328"/>
            <a:ext cx="8229600" cy="1252728"/>
          </a:xfrm>
        </p:spPr>
        <p:txBody>
          <a:bodyPr>
            <a:normAutofit/>
          </a:bodyPr>
          <a:lstStyle/>
          <a:p>
            <a:r>
              <a:rPr lang="en-US" altLang="zh-CN" dirty="0" err="1"/>
              <a:t>bufbomb</a:t>
            </a:r>
            <a:r>
              <a:rPr lang="zh-CN" altLang="en-US" dirty="0"/>
              <a:t>函数调用关系</a:t>
            </a:r>
          </a:p>
        </p:txBody>
      </p:sp>
      <p:sp>
        <p:nvSpPr>
          <p:cNvPr id="12" name="矩形 11"/>
          <p:cNvSpPr/>
          <p:nvPr/>
        </p:nvSpPr>
        <p:spPr>
          <a:xfrm>
            <a:off x="3730930" y="3134330"/>
            <a:ext cx="5151941" cy="2631490"/>
          </a:xfrm>
          <a:prstGeom prst="rect">
            <a:avLst/>
          </a:prstGeom>
          <a:solidFill>
            <a:srgbClr val="92D050"/>
          </a:solidFill>
        </p:spPr>
        <p:txBody>
          <a:bodyPr wrap="square">
            <a:spAutoFit/>
          </a:bodyPr>
          <a:lstStyle/>
          <a:p>
            <a:pPr marL="342900" indent="-342900" algn="l">
              <a:lnSpc>
                <a:spcPct val="150000"/>
              </a:lnSpc>
              <a:buFont typeface="Wingdings" panose="05000000000000000000" pitchFamily="2" charset="2"/>
              <a:buChar char="u"/>
            </a:pPr>
            <a:r>
              <a:rPr lang="en-US" altLang="zh-CN" sz="2200" i="0" dirty="0"/>
              <a:t>main</a:t>
            </a:r>
            <a:r>
              <a:rPr lang="zh-CN" altLang="zh-CN" sz="2200" i="0" dirty="0"/>
              <a:t>函数里</a:t>
            </a:r>
            <a:r>
              <a:rPr lang="en-US" altLang="zh-CN" sz="2200" i="0" dirty="0"/>
              <a:t>launcher</a:t>
            </a:r>
            <a:r>
              <a:rPr lang="zh-CN" altLang="zh-CN" sz="2200" i="0" dirty="0"/>
              <a:t>函数被调用</a:t>
            </a:r>
            <a:r>
              <a:rPr lang="en-US" altLang="zh-CN" sz="2200" i="0" dirty="0" err="1">
                <a:solidFill>
                  <a:srgbClr val="FF0000"/>
                </a:solidFill>
              </a:rPr>
              <a:t>cnt</a:t>
            </a:r>
            <a:r>
              <a:rPr lang="zh-CN" altLang="zh-CN" sz="2200" i="0" dirty="0"/>
              <a:t>次，除了最后</a:t>
            </a:r>
            <a:r>
              <a:rPr lang="en-US" altLang="zh-CN" sz="2200" i="0" dirty="0"/>
              <a:t>Nitro</a:t>
            </a:r>
            <a:r>
              <a:rPr lang="zh-CN" altLang="zh-CN" sz="2200" i="0" dirty="0"/>
              <a:t>阶段，</a:t>
            </a:r>
            <a:r>
              <a:rPr lang="en-US" altLang="zh-CN" sz="2200" i="0" dirty="0" err="1"/>
              <a:t>cnt</a:t>
            </a:r>
            <a:r>
              <a:rPr lang="zh-CN" altLang="zh-CN" sz="2200" i="0" dirty="0"/>
              <a:t>都是</a:t>
            </a:r>
            <a:r>
              <a:rPr lang="en-US" altLang="zh-CN" sz="2200" i="0" dirty="0"/>
              <a:t>1</a:t>
            </a:r>
            <a:r>
              <a:rPr lang="zh-CN" altLang="zh-CN" sz="2200" i="0" dirty="0"/>
              <a:t>。</a:t>
            </a:r>
            <a:endParaRPr lang="en-US" altLang="zh-CN" sz="2200" i="0" dirty="0"/>
          </a:p>
          <a:p>
            <a:pPr marL="342900" indent="-342900" algn="l">
              <a:lnSpc>
                <a:spcPct val="150000"/>
              </a:lnSpc>
              <a:buFont typeface="Wingdings" panose="05000000000000000000" pitchFamily="2" charset="2"/>
              <a:buChar char="u"/>
            </a:pPr>
            <a:r>
              <a:rPr lang="en-US" altLang="zh-CN" sz="2200" i="0" dirty="0" err="1"/>
              <a:t>testn</a:t>
            </a:r>
            <a:r>
              <a:rPr lang="zh-CN" altLang="en-US" sz="2200" i="0" dirty="0"/>
              <a:t>、</a:t>
            </a:r>
            <a:r>
              <a:rPr lang="en-US" altLang="zh-CN" sz="2200" i="0" dirty="0" err="1"/>
              <a:t>getbufn</a:t>
            </a:r>
            <a:r>
              <a:rPr lang="zh-CN" altLang="zh-CN" sz="2200" i="0" dirty="0"/>
              <a:t>仅在</a:t>
            </a:r>
            <a:r>
              <a:rPr lang="en-US" altLang="zh-CN" sz="2200" i="0" dirty="0"/>
              <a:t>Nitro</a:t>
            </a:r>
            <a:r>
              <a:rPr lang="zh-CN" altLang="zh-CN" sz="2200" i="0" dirty="0"/>
              <a:t>阶段被调用，其余阶段均调用</a:t>
            </a:r>
            <a:r>
              <a:rPr lang="en-US" altLang="zh-CN" sz="2200" i="0" dirty="0"/>
              <a:t>test</a:t>
            </a:r>
            <a:r>
              <a:rPr lang="zh-CN" altLang="en-US" sz="2200" i="0" dirty="0"/>
              <a:t>、</a:t>
            </a:r>
            <a:r>
              <a:rPr lang="en-US" altLang="zh-CN" sz="2200" i="0" dirty="0" err="1"/>
              <a:t>getbuf</a:t>
            </a:r>
            <a:r>
              <a:rPr lang="zh-CN" altLang="zh-CN" sz="2200" i="0" dirty="0"/>
              <a:t>。</a:t>
            </a:r>
            <a:endParaRPr lang="en-US" altLang="zh-CN" sz="2200" i="0" dirty="0"/>
          </a:p>
          <a:p>
            <a:pPr marL="342900" indent="-342900" algn="l">
              <a:lnSpc>
                <a:spcPct val="150000"/>
              </a:lnSpc>
              <a:buFont typeface="Wingdings" panose="05000000000000000000" pitchFamily="2" charset="2"/>
              <a:buChar char="u"/>
            </a:pPr>
            <a:r>
              <a:rPr lang="en-US" altLang="zh-CN" sz="2200" i="0" dirty="0" err="1"/>
              <a:t>getbuf</a:t>
            </a:r>
            <a:r>
              <a:rPr lang="zh-CN" altLang="en-US" sz="2200" i="0" dirty="0"/>
              <a:t>、</a:t>
            </a:r>
            <a:r>
              <a:rPr lang="en-US" altLang="zh-CN" sz="2200" i="0" dirty="0" err="1"/>
              <a:t>getbufn</a:t>
            </a:r>
            <a:r>
              <a:rPr lang="zh-CN" altLang="en-US" sz="2200" i="0" dirty="0"/>
              <a:t>调用了</a:t>
            </a:r>
            <a:r>
              <a:rPr lang="en-US" altLang="zh-CN" sz="2200" i="0" dirty="0"/>
              <a:t>Gets</a:t>
            </a:r>
            <a:r>
              <a:rPr lang="zh-CN" altLang="en-US" sz="2200" i="0" dirty="0"/>
              <a:t>函数</a:t>
            </a:r>
            <a:endParaRPr lang="en-US" altLang="zh-CN" sz="2200" i="0" dirty="0"/>
          </a:p>
        </p:txBody>
      </p:sp>
      <p:grpSp>
        <p:nvGrpSpPr>
          <p:cNvPr id="7" name="组合 6">
            <a:extLst>
              <a:ext uri="{FF2B5EF4-FFF2-40B4-BE49-F238E27FC236}">
                <a16:creationId xmlns:a16="http://schemas.microsoft.com/office/drawing/2014/main" id="{DDB7BDD8-C66C-4C07-A3A0-38DEDDBCFB41}"/>
              </a:ext>
            </a:extLst>
          </p:cNvPr>
          <p:cNvGrpSpPr/>
          <p:nvPr/>
        </p:nvGrpSpPr>
        <p:grpSpPr>
          <a:xfrm>
            <a:off x="457200" y="1844824"/>
            <a:ext cx="3034680" cy="4536504"/>
            <a:chOff x="689420" y="2582252"/>
            <a:chExt cx="2340260" cy="3596866"/>
          </a:xfrm>
        </p:grpSpPr>
        <p:grpSp>
          <p:nvGrpSpPr>
            <p:cNvPr id="5" name="组合 4"/>
            <p:cNvGrpSpPr/>
            <p:nvPr/>
          </p:nvGrpSpPr>
          <p:grpSpPr>
            <a:xfrm>
              <a:off x="689420" y="2582252"/>
              <a:ext cx="2340260" cy="3258362"/>
              <a:chOff x="683568" y="2852936"/>
              <a:chExt cx="2340260" cy="3258362"/>
            </a:xfrm>
          </p:grpSpPr>
          <p:sp>
            <p:nvSpPr>
              <p:cNvPr id="9" name="圆角矩形 8"/>
              <p:cNvSpPr/>
              <p:nvPr/>
            </p:nvSpPr>
            <p:spPr>
              <a:xfrm>
                <a:off x="1195149" y="3194974"/>
                <a:ext cx="1260140" cy="25202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a:solidFill>
                      <a:schemeClr val="tx1"/>
                    </a:solidFill>
                  </a:rPr>
                  <a:t>main()</a:t>
                </a:r>
                <a:endParaRPr lang="zh-CN" altLang="en-US" i="0" dirty="0">
                  <a:solidFill>
                    <a:schemeClr val="tx1"/>
                  </a:solidFill>
                </a:endParaRPr>
              </a:p>
            </p:txBody>
          </p:sp>
          <p:sp>
            <p:nvSpPr>
              <p:cNvPr id="10" name="圆角矩形 9"/>
              <p:cNvSpPr/>
              <p:nvPr/>
            </p:nvSpPr>
            <p:spPr>
              <a:xfrm>
                <a:off x="799105" y="3771038"/>
                <a:ext cx="2027554" cy="25202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a:solidFill>
                      <a:schemeClr val="tx1"/>
                    </a:solidFill>
                  </a:rPr>
                  <a:t>launcher()</a:t>
                </a:r>
                <a:endParaRPr lang="zh-CN" altLang="en-US" i="0" dirty="0">
                  <a:solidFill>
                    <a:schemeClr val="tx1"/>
                  </a:solidFill>
                </a:endParaRPr>
              </a:p>
            </p:txBody>
          </p:sp>
          <p:sp>
            <p:nvSpPr>
              <p:cNvPr id="11" name="圆角矩形 10"/>
              <p:cNvSpPr/>
              <p:nvPr/>
            </p:nvSpPr>
            <p:spPr>
              <a:xfrm>
                <a:off x="1223628" y="4352162"/>
                <a:ext cx="1159654" cy="26559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a:solidFill>
                      <a:schemeClr val="tx1"/>
                    </a:solidFill>
                  </a:rPr>
                  <a:t>launch()</a:t>
                </a:r>
                <a:endParaRPr lang="zh-CN" altLang="en-US" i="0" dirty="0">
                  <a:solidFill>
                    <a:schemeClr val="tx1"/>
                  </a:solidFill>
                </a:endParaRPr>
              </a:p>
            </p:txBody>
          </p:sp>
          <p:sp>
            <p:nvSpPr>
              <p:cNvPr id="13" name="圆角矩形 12"/>
              <p:cNvSpPr/>
              <p:nvPr/>
            </p:nvSpPr>
            <p:spPr>
              <a:xfrm>
                <a:off x="1015129" y="4914286"/>
                <a:ext cx="1584176" cy="28286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a:solidFill>
                      <a:schemeClr val="tx1"/>
                    </a:solidFill>
                  </a:rPr>
                  <a:t>test/</a:t>
                </a:r>
                <a:r>
                  <a:rPr lang="en-US" altLang="zh-CN" i="0" dirty="0" err="1">
                    <a:solidFill>
                      <a:srgbClr val="00B050"/>
                    </a:solidFill>
                  </a:rPr>
                  <a:t>testn</a:t>
                </a:r>
                <a:r>
                  <a:rPr lang="en-US" altLang="zh-CN" i="0" dirty="0">
                    <a:solidFill>
                      <a:srgbClr val="00B050"/>
                    </a:solidFill>
                  </a:rPr>
                  <a:t>()</a:t>
                </a:r>
                <a:endParaRPr lang="zh-CN" altLang="en-US" i="0" dirty="0">
                  <a:solidFill>
                    <a:srgbClr val="00B050"/>
                  </a:solidFill>
                </a:endParaRPr>
              </a:p>
            </p:txBody>
          </p:sp>
          <p:sp>
            <p:nvSpPr>
              <p:cNvPr id="14" name="圆角矩形 13"/>
              <p:cNvSpPr/>
              <p:nvPr/>
            </p:nvSpPr>
            <p:spPr>
              <a:xfrm>
                <a:off x="683568" y="5499230"/>
                <a:ext cx="2340260" cy="25202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err="1">
                    <a:solidFill>
                      <a:schemeClr val="tx1"/>
                    </a:solidFill>
                  </a:rPr>
                  <a:t>getbuf</a:t>
                </a:r>
                <a:r>
                  <a:rPr lang="en-US" altLang="zh-CN" i="0" dirty="0">
                    <a:solidFill>
                      <a:schemeClr val="tx1"/>
                    </a:solidFill>
                  </a:rPr>
                  <a:t>/</a:t>
                </a:r>
                <a:r>
                  <a:rPr lang="en-US" altLang="zh-CN" i="0" dirty="0" err="1">
                    <a:solidFill>
                      <a:srgbClr val="00B050"/>
                    </a:solidFill>
                  </a:rPr>
                  <a:t>getbufn</a:t>
                </a:r>
                <a:r>
                  <a:rPr lang="en-US" altLang="zh-CN" i="0" dirty="0">
                    <a:solidFill>
                      <a:srgbClr val="00B050"/>
                    </a:solidFill>
                  </a:rPr>
                  <a:t>()</a:t>
                </a:r>
                <a:endParaRPr lang="zh-CN" altLang="en-US" i="0" dirty="0">
                  <a:solidFill>
                    <a:srgbClr val="00B050"/>
                  </a:solidFill>
                </a:endParaRPr>
              </a:p>
            </p:txBody>
          </p:sp>
          <p:cxnSp>
            <p:nvCxnSpPr>
              <p:cNvPr id="16" name="直接箭头连接符 15"/>
              <p:cNvCxnSpPr>
                <a:endCxn id="10" idx="0"/>
              </p:cNvCxnSpPr>
              <p:nvPr/>
            </p:nvCxnSpPr>
            <p:spPr>
              <a:xfrm flipH="1">
                <a:off x="1812882" y="3429000"/>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1806594" y="4010124"/>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1797167" y="4572248"/>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1809738" y="5193196"/>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1807217" y="5769260"/>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1790879" y="2852936"/>
                <a:ext cx="6288" cy="3420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6" name="矩形: 圆角 5">
              <a:extLst>
                <a:ext uri="{FF2B5EF4-FFF2-40B4-BE49-F238E27FC236}">
                  <a16:creationId xmlns:a16="http://schemas.microsoft.com/office/drawing/2014/main" id="{A1B9F55F-0CE1-4244-B983-E0C536D7BF4F}"/>
                </a:ext>
              </a:extLst>
            </p:cNvPr>
            <p:cNvSpPr/>
            <p:nvPr/>
          </p:nvSpPr>
          <p:spPr>
            <a:xfrm>
              <a:off x="804957" y="5840614"/>
              <a:ext cx="2110859" cy="33850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i="0" dirty="0">
                  <a:solidFill>
                    <a:schemeClr val="tx1"/>
                  </a:solidFill>
                </a:rPr>
                <a:t>Gets</a:t>
              </a:r>
              <a:r>
                <a:rPr lang="zh-CN" altLang="en-US" i="0" dirty="0">
                  <a:solidFill>
                    <a:schemeClr val="tx1"/>
                  </a:solidFill>
                </a:rPr>
                <a:t>（）</a:t>
              </a:r>
            </a:p>
          </p:txBody>
        </p:sp>
      </p:grpSp>
      <p:sp>
        <p:nvSpPr>
          <p:cNvPr id="17" name="灯片编号占位符 16">
            <a:extLst>
              <a:ext uri="{FF2B5EF4-FFF2-40B4-BE49-F238E27FC236}">
                <a16:creationId xmlns:a16="http://schemas.microsoft.com/office/drawing/2014/main" id="{6D68F148-9E89-DE2F-DF2C-7C4F66CCA251}"/>
              </a:ext>
            </a:extLst>
          </p:cNvPr>
          <p:cNvSpPr>
            <a:spLocks noGrp="1"/>
          </p:cNvSpPr>
          <p:nvPr>
            <p:ph type="sldNum" sz="quarter" idx="12"/>
          </p:nvPr>
        </p:nvSpPr>
        <p:spPr/>
        <p:txBody>
          <a:bodyPr/>
          <a:lstStyle/>
          <a:p>
            <a:fld id="{687D7A59-36E2-48B9-B146-C1E59501F63F}" type="slidenum">
              <a:rPr lang="en-US" smtClean="0"/>
              <a:pPr/>
              <a:t>5</a:t>
            </a:fld>
            <a:endParaRPr lang="en-US"/>
          </a:p>
        </p:txBody>
      </p:sp>
      <p:sp>
        <p:nvSpPr>
          <p:cNvPr id="3" name="矩形 2">
            <a:extLst>
              <a:ext uri="{FF2B5EF4-FFF2-40B4-BE49-F238E27FC236}">
                <a16:creationId xmlns:a16="http://schemas.microsoft.com/office/drawing/2014/main" id="{B40C7C93-1236-5026-2252-EA1566CEEA5E}"/>
              </a:ext>
            </a:extLst>
          </p:cNvPr>
          <p:cNvSpPr/>
          <p:nvPr/>
        </p:nvSpPr>
        <p:spPr>
          <a:xfrm>
            <a:off x="323528" y="2708920"/>
            <a:ext cx="3312368" cy="3810752"/>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8347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4494" y="3140968"/>
            <a:ext cx="8640959" cy="3168352"/>
          </a:xfrm>
        </p:spPr>
        <p:txBody>
          <a:bodyPr/>
          <a:lstStyle/>
          <a:p>
            <a:r>
              <a:rPr lang="en-US" altLang="zh-CN" sz="2800" dirty="0"/>
              <a:t>-u  &lt;</a:t>
            </a:r>
            <a:r>
              <a:rPr lang="en-US" altLang="zh-CN" sz="2800" dirty="0" err="1"/>
              <a:t>userid</a:t>
            </a:r>
            <a:r>
              <a:rPr lang="en-US" altLang="zh-CN" sz="2800" dirty="0"/>
              <a:t>&gt;   :     </a:t>
            </a:r>
            <a:r>
              <a:rPr lang="zh-CN" altLang="en-US" sz="2800" dirty="0"/>
              <a:t>必需。</a:t>
            </a:r>
            <a:endParaRPr lang="en-US" altLang="zh-CN" sz="2800" dirty="0"/>
          </a:p>
          <a:p>
            <a:r>
              <a:rPr lang="en-US" altLang="zh-CN" sz="2800" dirty="0"/>
              <a:t>-p  &lt;password&gt; :  </a:t>
            </a:r>
            <a:r>
              <a:rPr lang="zh-CN" altLang="en-US" sz="2800" dirty="0"/>
              <a:t>必需。</a:t>
            </a:r>
            <a:endParaRPr lang="en-US" altLang="zh-CN" sz="2800" dirty="0"/>
          </a:p>
          <a:p>
            <a:r>
              <a:rPr lang="en-US" altLang="zh-CN" sz="2800" dirty="0"/>
              <a:t>-n :   Nitro</a:t>
            </a:r>
            <a:r>
              <a:rPr lang="zh-CN" altLang="en-US" sz="2800" dirty="0"/>
              <a:t>阶段必需</a:t>
            </a:r>
            <a:r>
              <a:rPr lang="zh-CN" altLang="en-US" dirty="0"/>
              <a:t>。</a:t>
            </a:r>
            <a:endParaRPr lang="en-US" altLang="zh-CN" dirty="0"/>
          </a:p>
        </p:txBody>
      </p:sp>
      <p:sp>
        <p:nvSpPr>
          <p:cNvPr id="3" name="标题 2"/>
          <p:cNvSpPr>
            <a:spLocks noGrp="1"/>
          </p:cNvSpPr>
          <p:nvPr>
            <p:ph type="title"/>
          </p:nvPr>
        </p:nvSpPr>
        <p:spPr/>
        <p:txBody>
          <a:bodyPr/>
          <a:lstStyle/>
          <a:p>
            <a:r>
              <a:rPr lang="en-US" altLang="zh-CN" dirty="0" err="1"/>
              <a:t>bufbomb</a:t>
            </a:r>
            <a:r>
              <a:rPr lang="zh-CN" altLang="en-US" dirty="0"/>
              <a:t>运行方法</a:t>
            </a:r>
          </a:p>
        </p:txBody>
      </p:sp>
      <p:sp>
        <p:nvSpPr>
          <p:cNvPr id="4" name="文本框 3"/>
          <p:cNvSpPr txBox="1"/>
          <p:nvPr/>
        </p:nvSpPr>
        <p:spPr>
          <a:xfrm>
            <a:off x="771921" y="2132856"/>
            <a:ext cx="7600157" cy="523220"/>
          </a:xfrm>
          <a:prstGeom prst="rect">
            <a:avLst/>
          </a:prstGeom>
          <a:solidFill>
            <a:schemeClr val="tx1"/>
          </a:solidFill>
          <a:ln>
            <a:solidFill>
              <a:schemeClr val="tx1"/>
            </a:solidFill>
          </a:ln>
        </p:spPr>
        <p:txBody>
          <a:bodyPr wrap="none" rtlCol="0">
            <a:spAutoFit/>
          </a:bodyPr>
          <a:lstStyle/>
          <a:p>
            <a:r>
              <a:rPr lang="en-US" altLang="zh-CN" sz="2800" dirty="0">
                <a:solidFill>
                  <a:schemeClr val="bg1"/>
                </a:solidFill>
              </a:rPr>
              <a:t>$ ./</a:t>
            </a:r>
            <a:r>
              <a:rPr lang="en-US" altLang="zh-CN" sz="2800" dirty="0" err="1">
                <a:solidFill>
                  <a:schemeClr val="bg1"/>
                </a:solidFill>
              </a:rPr>
              <a:t>bufbomb</a:t>
            </a:r>
            <a:r>
              <a:rPr lang="en-US" altLang="zh-CN" sz="2800" dirty="0">
                <a:solidFill>
                  <a:schemeClr val="bg1"/>
                </a:solidFill>
              </a:rPr>
              <a:t>  -u  &lt;</a:t>
            </a:r>
            <a:r>
              <a:rPr lang="en-US" altLang="zh-CN" sz="2800" dirty="0" err="1">
                <a:solidFill>
                  <a:schemeClr val="bg1"/>
                </a:solidFill>
              </a:rPr>
              <a:t>userid</a:t>
            </a:r>
            <a:r>
              <a:rPr lang="en-US" altLang="zh-CN" sz="2800" dirty="0">
                <a:solidFill>
                  <a:schemeClr val="bg1"/>
                </a:solidFill>
              </a:rPr>
              <a:t>&gt;  -p  &lt;password&gt;  [-n]</a:t>
            </a:r>
          </a:p>
        </p:txBody>
      </p:sp>
      <p:sp>
        <p:nvSpPr>
          <p:cNvPr id="9" name="灯片编号占位符 8">
            <a:extLst>
              <a:ext uri="{FF2B5EF4-FFF2-40B4-BE49-F238E27FC236}">
                <a16:creationId xmlns:a16="http://schemas.microsoft.com/office/drawing/2014/main" id="{B8222B24-4B89-0BA1-DAF0-3928CF2EC12F}"/>
              </a:ext>
            </a:extLst>
          </p:cNvPr>
          <p:cNvSpPr>
            <a:spLocks noGrp="1"/>
          </p:cNvSpPr>
          <p:nvPr>
            <p:ph type="sldNum" sz="quarter" idx="12"/>
          </p:nvPr>
        </p:nvSpPr>
        <p:spPr/>
        <p:txBody>
          <a:bodyPr/>
          <a:lstStyle/>
          <a:p>
            <a:fld id="{687D7A59-36E2-48B9-B146-C1E59501F63F}" type="slidenum">
              <a:rPr lang="en-US" smtClean="0"/>
              <a:pPr/>
              <a:t>6</a:t>
            </a:fld>
            <a:endParaRPr lang="en-US"/>
          </a:p>
        </p:txBody>
      </p:sp>
    </p:spTree>
    <p:extLst>
      <p:ext uri="{BB962C8B-B14F-4D97-AF65-F5344CB8AC3E}">
        <p14:creationId xmlns:p14="http://schemas.microsoft.com/office/powerpoint/2010/main" val="1414557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591056"/>
            <a:ext cx="8362504" cy="2197984"/>
          </a:xfrm>
        </p:spPr>
        <p:txBody>
          <a:bodyPr>
            <a:normAutofit lnSpcReduction="10000"/>
          </a:bodyPr>
          <a:lstStyle/>
          <a:p>
            <a:pPr marL="0" indent="0">
              <a:buNone/>
            </a:pPr>
            <a:r>
              <a:rPr lang="en-US" altLang="zh-CN" sz="2200" dirty="0"/>
              <a:t>          Gets</a:t>
            </a:r>
            <a:r>
              <a:rPr lang="zh-CN" altLang="zh-CN" sz="2200" dirty="0"/>
              <a:t>函数的功能是从标准输入（</a:t>
            </a:r>
            <a:r>
              <a:rPr lang="en-US" altLang="zh-CN" sz="2200" dirty="0" err="1"/>
              <a:t>stdin</a:t>
            </a:r>
            <a:r>
              <a:rPr lang="zh-CN" altLang="zh-CN" sz="2200" dirty="0"/>
              <a:t>）读入一个字符串</a:t>
            </a:r>
            <a:r>
              <a:rPr lang="en-US" altLang="zh-CN" sz="2200" dirty="0"/>
              <a:t>,</a:t>
            </a:r>
            <a:r>
              <a:rPr lang="zh-CN" altLang="en-US" sz="2200" dirty="0"/>
              <a:t>存放在调用者函数给它传递的地址空间（指针）中</a:t>
            </a:r>
            <a:r>
              <a:rPr lang="zh-CN" altLang="zh-CN" sz="2200" dirty="0"/>
              <a:t>。</a:t>
            </a:r>
            <a:endParaRPr lang="en-US" altLang="zh-CN" sz="2200" dirty="0"/>
          </a:p>
          <a:p>
            <a:pPr marL="0" indent="0">
              <a:buNone/>
            </a:pPr>
            <a:r>
              <a:rPr lang="en-US" altLang="zh-CN" sz="2200" dirty="0"/>
              <a:t>          </a:t>
            </a:r>
            <a:r>
              <a:rPr lang="en-US" altLang="zh-CN" sz="2200" dirty="0" err="1"/>
              <a:t>getbuf</a:t>
            </a:r>
            <a:r>
              <a:rPr lang="zh-CN" altLang="en-US" sz="2200" dirty="0"/>
              <a:t>（</a:t>
            </a:r>
            <a:r>
              <a:rPr lang="en-US" altLang="zh-CN" sz="2200" dirty="0" err="1"/>
              <a:t>getbufn</a:t>
            </a:r>
            <a:r>
              <a:rPr lang="zh-CN" altLang="en-US" sz="2200" dirty="0"/>
              <a:t>）</a:t>
            </a:r>
            <a:r>
              <a:rPr lang="zh-CN" altLang="zh-CN" sz="2200" dirty="0"/>
              <a:t>函数调用</a:t>
            </a:r>
            <a:r>
              <a:rPr lang="zh-CN" altLang="en-US" sz="2200" dirty="0"/>
              <a:t>了</a:t>
            </a:r>
            <a:r>
              <a:rPr lang="en-US" altLang="zh-CN" sz="2200" dirty="0"/>
              <a:t>Gets</a:t>
            </a:r>
            <a:r>
              <a:rPr lang="zh-CN" altLang="zh-CN" sz="2200" dirty="0"/>
              <a:t>函数，</a:t>
            </a:r>
            <a:r>
              <a:rPr lang="zh-CN" altLang="en-US" sz="2200" dirty="0"/>
              <a:t>它传递了一个</a:t>
            </a:r>
            <a:r>
              <a:rPr lang="zh-CN" altLang="en-US" sz="2200" dirty="0">
                <a:solidFill>
                  <a:srgbClr val="FF0000"/>
                </a:solidFill>
              </a:rPr>
              <a:t>栈地址</a:t>
            </a:r>
            <a:r>
              <a:rPr lang="zh-CN" altLang="en-US" sz="2200" dirty="0"/>
              <a:t>给</a:t>
            </a:r>
            <a:r>
              <a:rPr lang="en-US" altLang="zh-CN" sz="2200" dirty="0"/>
              <a:t>Gets</a:t>
            </a:r>
            <a:r>
              <a:rPr lang="zh-CN" altLang="en-US" sz="2200" dirty="0"/>
              <a:t>函数。</a:t>
            </a:r>
            <a:endParaRPr lang="en-US" altLang="zh-CN" sz="2200" dirty="0"/>
          </a:p>
          <a:p>
            <a:pPr marL="0" indent="0">
              <a:buNone/>
            </a:pPr>
            <a:r>
              <a:rPr lang="en-US" altLang="zh-CN" sz="2200" dirty="0"/>
              <a:t>          </a:t>
            </a:r>
            <a:r>
              <a:rPr lang="zh-CN" altLang="en-US" sz="2200" dirty="0"/>
              <a:t>致命的是，</a:t>
            </a:r>
            <a:r>
              <a:rPr lang="en-US" altLang="zh-CN" sz="2200" dirty="0"/>
              <a:t>Gets</a:t>
            </a:r>
            <a:r>
              <a:rPr lang="zh-CN" altLang="en-US" sz="2200" dirty="0"/>
              <a:t>函数只有接收到回车键才停止从标准输入读入字符。这样会发生什么事情呢？</a:t>
            </a:r>
            <a:endParaRPr lang="en-US" altLang="zh-CN" sz="2200" dirty="0"/>
          </a:p>
        </p:txBody>
      </p:sp>
      <p:sp>
        <p:nvSpPr>
          <p:cNvPr id="2" name="标题 1"/>
          <p:cNvSpPr>
            <a:spLocks noGrp="1"/>
          </p:cNvSpPr>
          <p:nvPr>
            <p:ph type="title"/>
          </p:nvPr>
        </p:nvSpPr>
        <p:spPr>
          <a:xfrm>
            <a:off x="384602" y="194312"/>
            <a:ext cx="8229600" cy="1252728"/>
          </a:xfrm>
        </p:spPr>
        <p:txBody>
          <a:bodyPr>
            <a:normAutofit fontScale="90000"/>
          </a:bodyPr>
          <a:lstStyle/>
          <a:p>
            <a:r>
              <a:rPr lang="zh-CN" altLang="zh-CN" dirty="0"/>
              <a:t>目标程序</a:t>
            </a:r>
            <a:r>
              <a:rPr lang="en-US" altLang="zh-CN" dirty="0" err="1"/>
              <a:t>bufbomb</a:t>
            </a:r>
            <a:r>
              <a:rPr lang="zh-CN" altLang="en-US" dirty="0"/>
              <a:t>分析</a:t>
            </a:r>
            <a:br>
              <a:rPr lang="en-US" altLang="zh-CN" dirty="0"/>
            </a:br>
            <a:r>
              <a:rPr lang="en-US" altLang="zh-CN" dirty="0"/>
              <a:t>——</a:t>
            </a:r>
            <a:r>
              <a:rPr lang="en-US" altLang="zh-CN" dirty="0" err="1"/>
              <a:t>getbuf</a:t>
            </a:r>
            <a:r>
              <a:rPr lang="zh-CN" altLang="en-US" dirty="0"/>
              <a:t>函数</a:t>
            </a:r>
          </a:p>
        </p:txBody>
      </p:sp>
      <p:pic>
        <p:nvPicPr>
          <p:cNvPr id="6" name="图片 5">
            <a:extLst>
              <a:ext uri="{FF2B5EF4-FFF2-40B4-BE49-F238E27FC236}">
                <a16:creationId xmlns:a16="http://schemas.microsoft.com/office/drawing/2014/main" id="{97517CAA-CB44-4F21-85C2-35F5D9978499}"/>
              </a:ext>
            </a:extLst>
          </p:cNvPr>
          <p:cNvPicPr>
            <a:picLocks noChangeAspect="1"/>
          </p:cNvPicPr>
          <p:nvPr/>
        </p:nvPicPr>
        <p:blipFill rotWithShape="1">
          <a:blip r:embed="rId2"/>
          <a:srcRect r="8405"/>
          <a:stretch/>
        </p:blipFill>
        <p:spPr>
          <a:xfrm>
            <a:off x="578872" y="3754677"/>
            <a:ext cx="7986258" cy="2520280"/>
          </a:xfrm>
          <a:prstGeom prst="rect">
            <a:avLst/>
          </a:prstGeom>
        </p:spPr>
      </p:pic>
      <p:sp>
        <p:nvSpPr>
          <p:cNvPr id="5" name="矩形 4"/>
          <p:cNvSpPr/>
          <p:nvPr/>
        </p:nvSpPr>
        <p:spPr>
          <a:xfrm>
            <a:off x="6429017" y="4772558"/>
            <a:ext cx="1440160" cy="2594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9">
            <a:extLst>
              <a:ext uri="{FF2B5EF4-FFF2-40B4-BE49-F238E27FC236}">
                <a16:creationId xmlns:a16="http://schemas.microsoft.com/office/drawing/2014/main" id="{F1E0519F-E8E5-C9AC-4A06-19FFA1AC221F}"/>
              </a:ext>
            </a:extLst>
          </p:cNvPr>
          <p:cNvSpPr>
            <a:spLocks noGrp="1"/>
          </p:cNvSpPr>
          <p:nvPr>
            <p:ph type="sldNum" sz="quarter" idx="12"/>
          </p:nvPr>
        </p:nvSpPr>
        <p:spPr/>
        <p:txBody>
          <a:bodyPr/>
          <a:lstStyle/>
          <a:p>
            <a:fld id="{687D7A59-36E2-48B9-B146-C1E59501F63F}" type="slidenum">
              <a:rPr lang="en-US" smtClean="0"/>
              <a:pPr/>
              <a:t>7</a:t>
            </a:fld>
            <a:endParaRPr lang="en-US"/>
          </a:p>
        </p:txBody>
      </p:sp>
    </p:spTree>
    <p:extLst>
      <p:ext uri="{BB962C8B-B14F-4D97-AF65-F5344CB8AC3E}">
        <p14:creationId xmlns:p14="http://schemas.microsoft.com/office/powerpoint/2010/main" val="3672839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38C201A-02A8-4A32-84D7-8DD6AFF2CC7A}"/>
              </a:ext>
            </a:extLst>
          </p:cNvPr>
          <p:cNvSpPr txBox="1"/>
          <p:nvPr/>
        </p:nvSpPr>
        <p:spPr>
          <a:xfrm>
            <a:off x="5572830" y="3477032"/>
            <a:ext cx="2168545" cy="3054798"/>
          </a:xfrm>
          <a:prstGeom prst="rect">
            <a:avLst/>
          </a:prstGeom>
          <a:solidFill>
            <a:schemeClr val="bg2"/>
          </a:solidFill>
          <a:ln>
            <a:solidFill>
              <a:schemeClr val="tx1"/>
            </a:solidFill>
          </a:ln>
        </p:spPr>
        <p:txBody>
          <a:bodyPr wrap="square" rtlCol="0" anchor="ctr" anchorCtr="0">
            <a:noAutofit/>
          </a:bodyPr>
          <a:lstStyle/>
          <a:p>
            <a:pPr algn="ctr"/>
            <a:r>
              <a:rPr lang="en-US" altLang="zh-CN" sz="1600" i="0" dirty="0">
                <a:solidFill>
                  <a:srgbClr val="000000"/>
                </a:solidFill>
                <a:latin typeface="楷体" panose="02010609060101010101" pitchFamily="49" charset="-122"/>
                <a:ea typeface="楷体" panose="02010609060101010101" pitchFamily="49" charset="-122"/>
              </a:rPr>
              <a:t>…</a:t>
            </a:r>
            <a:endParaRPr lang="zh-CN" altLang="en-US" sz="1600" i="0" dirty="0">
              <a:solidFill>
                <a:srgbClr val="000000"/>
              </a:solidFill>
              <a:latin typeface="楷体" panose="02010609060101010101" pitchFamily="49" charset="-122"/>
              <a:ea typeface="楷体" panose="02010609060101010101" pitchFamily="49" charset="-122"/>
            </a:endParaRPr>
          </a:p>
        </p:txBody>
      </p:sp>
      <p:sp>
        <p:nvSpPr>
          <p:cNvPr id="6" name="文本框 5">
            <a:extLst>
              <a:ext uri="{FF2B5EF4-FFF2-40B4-BE49-F238E27FC236}">
                <a16:creationId xmlns:a16="http://schemas.microsoft.com/office/drawing/2014/main" id="{CCDD6542-BD6D-4E8F-9E2B-0E0303C8C24A}"/>
              </a:ext>
            </a:extLst>
          </p:cNvPr>
          <p:cNvSpPr txBox="1"/>
          <p:nvPr/>
        </p:nvSpPr>
        <p:spPr>
          <a:xfrm>
            <a:off x="5572830" y="1419269"/>
            <a:ext cx="2168545" cy="2057757"/>
          </a:xfrm>
          <a:prstGeom prst="rect">
            <a:avLst/>
          </a:prstGeom>
          <a:solidFill>
            <a:schemeClr val="bg1"/>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en-US" altLang="zh-CN" dirty="0">
              <a:solidFill>
                <a:srgbClr val="000000"/>
              </a:solidFill>
            </a:endParaRPr>
          </a:p>
        </p:txBody>
      </p:sp>
      <p:grpSp>
        <p:nvGrpSpPr>
          <p:cNvPr id="7" name="组合 6">
            <a:extLst>
              <a:ext uri="{FF2B5EF4-FFF2-40B4-BE49-F238E27FC236}">
                <a16:creationId xmlns:a16="http://schemas.microsoft.com/office/drawing/2014/main" id="{C27A97A9-F981-4802-BBE6-F15CE1D4EB24}"/>
              </a:ext>
            </a:extLst>
          </p:cNvPr>
          <p:cNvGrpSpPr/>
          <p:nvPr/>
        </p:nvGrpSpPr>
        <p:grpSpPr>
          <a:xfrm>
            <a:off x="4971422" y="3171072"/>
            <a:ext cx="639761" cy="485604"/>
            <a:chOff x="3173717" y="3241779"/>
            <a:chExt cx="346538" cy="355654"/>
          </a:xfrm>
        </p:grpSpPr>
        <p:sp>
          <p:nvSpPr>
            <p:cNvPr id="25" name="文本框 24">
              <a:extLst>
                <a:ext uri="{FF2B5EF4-FFF2-40B4-BE49-F238E27FC236}">
                  <a16:creationId xmlns:a16="http://schemas.microsoft.com/office/drawing/2014/main" id="{F8C1D53F-576C-466A-A04B-360F566C7BFD}"/>
                </a:ext>
              </a:extLst>
            </p:cNvPr>
            <p:cNvSpPr txBox="1"/>
            <p:nvPr/>
          </p:nvSpPr>
          <p:spPr>
            <a:xfrm>
              <a:off x="3173717" y="3241779"/>
              <a:ext cx="346538" cy="355654"/>
            </a:xfrm>
            <a:prstGeom prst="rect">
              <a:avLst/>
            </a:prstGeom>
            <a:noFill/>
          </p:spPr>
          <p:txBody>
            <a:bodyPr wrap="square" rtlCol="0">
              <a:spAutoFit/>
            </a:bodyPr>
            <a:lstStyle/>
            <a:p>
              <a:pPr algn="l"/>
              <a:r>
                <a:rPr lang="en-US" altLang="zh-CN" dirty="0">
                  <a:solidFill>
                    <a:srgbClr val="FF0000"/>
                  </a:solidFill>
                  <a:latin typeface="Cambria Math" panose="02040503050406030204" pitchFamily="18" charset="0"/>
                  <a:ea typeface="Cambria Math" panose="02040503050406030204" pitchFamily="18" charset="0"/>
                </a:rPr>
                <a:t>EBP</a:t>
              </a:r>
              <a:endParaRPr lang="zh-CN" altLang="en-US" dirty="0">
                <a:solidFill>
                  <a:srgbClr val="FF0000"/>
                </a:solidFill>
                <a:latin typeface="Cambria Math" panose="02040503050406030204" pitchFamily="18" charset="0"/>
              </a:endParaRPr>
            </a:p>
          </p:txBody>
        </p:sp>
        <p:cxnSp>
          <p:nvCxnSpPr>
            <p:cNvPr id="26" name="直接箭头连接符 25">
              <a:extLst>
                <a:ext uri="{FF2B5EF4-FFF2-40B4-BE49-F238E27FC236}">
                  <a16:creationId xmlns:a16="http://schemas.microsoft.com/office/drawing/2014/main" id="{45DF0892-BCF4-48AC-A88C-E739B0BE6922}"/>
                </a:ext>
              </a:extLst>
            </p:cNvPr>
            <p:cNvCxnSpPr/>
            <p:nvPr/>
          </p:nvCxnSpPr>
          <p:spPr>
            <a:xfrm>
              <a:off x="3208349" y="3463305"/>
              <a:ext cx="28353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4AFED63C-0931-4E60-B791-9FB71C5F87DC}"/>
              </a:ext>
            </a:extLst>
          </p:cNvPr>
          <p:cNvGrpSpPr/>
          <p:nvPr/>
        </p:nvGrpSpPr>
        <p:grpSpPr>
          <a:xfrm>
            <a:off x="4896044" y="6177461"/>
            <a:ext cx="656982" cy="485604"/>
            <a:chOff x="2853666" y="4772306"/>
            <a:chExt cx="632650" cy="355654"/>
          </a:xfrm>
        </p:grpSpPr>
        <p:sp>
          <p:nvSpPr>
            <p:cNvPr id="23" name="文本框 22">
              <a:extLst>
                <a:ext uri="{FF2B5EF4-FFF2-40B4-BE49-F238E27FC236}">
                  <a16:creationId xmlns:a16="http://schemas.microsoft.com/office/drawing/2014/main" id="{4D7B9C77-5341-4E9F-8CD3-81EA2DD337DD}"/>
                </a:ext>
              </a:extLst>
            </p:cNvPr>
            <p:cNvSpPr txBox="1"/>
            <p:nvPr/>
          </p:nvSpPr>
          <p:spPr>
            <a:xfrm>
              <a:off x="2853666" y="4772306"/>
              <a:ext cx="621649" cy="355654"/>
            </a:xfrm>
            <a:prstGeom prst="rect">
              <a:avLst/>
            </a:prstGeom>
            <a:noFill/>
          </p:spPr>
          <p:txBody>
            <a:bodyPr wrap="square" rtlCol="0">
              <a:spAutoFit/>
            </a:bodyPr>
            <a:lstStyle/>
            <a:p>
              <a:pPr algn="l"/>
              <a:r>
                <a:rPr lang="en-US" altLang="zh-CN" dirty="0">
                  <a:solidFill>
                    <a:srgbClr val="000000"/>
                  </a:solidFill>
                  <a:latin typeface="Cambria Math" panose="02040503050406030204" pitchFamily="18" charset="0"/>
                  <a:ea typeface="Cambria Math" panose="02040503050406030204" pitchFamily="18" charset="0"/>
                </a:rPr>
                <a:t>ESP</a:t>
              </a:r>
              <a:endParaRPr lang="zh-CN" altLang="en-US" dirty="0">
                <a:solidFill>
                  <a:srgbClr val="000000"/>
                </a:solidFill>
                <a:latin typeface="Cambria Math" panose="02040503050406030204" pitchFamily="18" charset="0"/>
              </a:endParaRPr>
            </a:p>
          </p:txBody>
        </p:sp>
        <p:cxnSp>
          <p:nvCxnSpPr>
            <p:cNvPr id="24" name="直接箭头连接符 23">
              <a:extLst>
                <a:ext uri="{FF2B5EF4-FFF2-40B4-BE49-F238E27FC236}">
                  <a16:creationId xmlns:a16="http://schemas.microsoft.com/office/drawing/2014/main" id="{E81FF7D5-2394-47D6-84B7-E850EF249FBA}"/>
                </a:ext>
              </a:extLst>
            </p:cNvPr>
            <p:cNvCxnSpPr/>
            <p:nvPr/>
          </p:nvCxnSpPr>
          <p:spPr>
            <a:xfrm>
              <a:off x="2982260" y="4979505"/>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449C7D92-828F-47CB-BADD-F0E07E3CDD9F}"/>
              </a:ext>
            </a:extLst>
          </p:cNvPr>
          <p:cNvSpPr txBox="1"/>
          <p:nvPr/>
        </p:nvSpPr>
        <p:spPr>
          <a:xfrm>
            <a:off x="5561003" y="3125042"/>
            <a:ext cx="2168545" cy="462256"/>
          </a:xfrm>
          <a:prstGeom prst="rect">
            <a:avLst/>
          </a:prstGeom>
          <a:solidFill>
            <a:srgbClr val="92D05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test() EBP</a:t>
            </a:r>
            <a:r>
              <a:rPr lang="zh-CN" altLang="en-US" dirty="0">
                <a:solidFill>
                  <a:srgbClr val="000000"/>
                </a:solidFill>
              </a:rPr>
              <a:t>值</a:t>
            </a:r>
          </a:p>
        </p:txBody>
      </p:sp>
      <p:sp>
        <p:nvSpPr>
          <p:cNvPr id="13" name="文本框 12">
            <a:extLst>
              <a:ext uri="{FF2B5EF4-FFF2-40B4-BE49-F238E27FC236}">
                <a16:creationId xmlns:a16="http://schemas.microsoft.com/office/drawing/2014/main" id="{96002099-D24C-43DC-8ABB-5968D9257AED}"/>
              </a:ext>
            </a:extLst>
          </p:cNvPr>
          <p:cNvSpPr txBox="1"/>
          <p:nvPr/>
        </p:nvSpPr>
        <p:spPr>
          <a:xfrm>
            <a:off x="5562957" y="5373258"/>
            <a:ext cx="2168545" cy="462256"/>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rgbClr val="000000"/>
                </a:solidFill>
                <a:latin typeface="楷体" panose="02010609060101010101" pitchFamily="49" charset="-122"/>
                <a:ea typeface="楷体" panose="02010609060101010101" pitchFamily="49" charset="-122"/>
              </a:defRPr>
            </a:lvl1pPr>
          </a:lstStyle>
          <a:p>
            <a:pPr algn="l"/>
            <a:endParaRPr lang="zh-CN" altLang="en-US" dirty="0"/>
          </a:p>
        </p:txBody>
      </p:sp>
      <p:grpSp>
        <p:nvGrpSpPr>
          <p:cNvPr id="14" name="组合 13">
            <a:extLst>
              <a:ext uri="{FF2B5EF4-FFF2-40B4-BE49-F238E27FC236}">
                <a16:creationId xmlns:a16="http://schemas.microsoft.com/office/drawing/2014/main" id="{9F216DDF-155B-4031-A60F-6BC2F0F6B352}"/>
              </a:ext>
            </a:extLst>
          </p:cNvPr>
          <p:cNvGrpSpPr/>
          <p:nvPr/>
        </p:nvGrpSpPr>
        <p:grpSpPr>
          <a:xfrm>
            <a:off x="7826269" y="3137187"/>
            <a:ext cx="946191" cy="2682774"/>
            <a:chOff x="7966118" y="1786263"/>
            <a:chExt cx="911148" cy="3194210"/>
          </a:xfrm>
        </p:grpSpPr>
        <p:sp>
          <p:nvSpPr>
            <p:cNvPr id="21" name="右大括号 20">
              <a:extLst>
                <a:ext uri="{FF2B5EF4-FFF2-40B4-BE49-F238E27FC236}">
                  <a16:creationId xmlns:a16="http://schemas.microsoft.com/office/drawing/2014/main" id="{180BAE58-FD73-46CB-A638-7016C1F42C57}"/>
                </a:ext>
              </a:extLst>
            </p:cNvPr>
            <p:cNvSpPr/>
            <p:nvPr/>
          </p:nvSpPr>
          <p:spPr>
            <a:xfrm>
              <a:off x="7966118" y="1786263"/>
              <a:ext cx="114118" cy="3194210"/>
            </a:xfrm>
            <a:prstGeom prst="rightBrace">
              <a:avLst/>
            </a:prstGeom>
            <a:ln>
              <a:solidFill>
                <a:srgbClr val="0D7157"/>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22" name="文本框 21">
              <a:extLst>
                <a:ext uri="{FF2B5EF4-FFF2-40B4-BE49-F238E27FC236}">
                  <a16:creationId xmlns:a16="http://schemas.microsoft.com/office/drawing/2014/main" id="{2690E3DF-6FE8-49F6-A9D7-A3F3F5A94434}"/>
                </a:ext>
              </a:extLst>
            </p:cNvPr>
            <p:cNvSpPr txBox="1"/>
            <p:nvPr/>
          </p:nvSpPr>
          <p:spPr>
            <a:xfrm>
              <a:off x="8080236" y="2825382"/>
              <a:ext cx="797030" cy="622965"/>
            </a:xfrm>
            <a:prstGeom prst="rect">
              <a:avLst/>
            </a:prstGeom>
            <a:solidFill>
              <a:srgbClr val="86BC64"/>
            </a:solidFill>
            <a:ln>
              <a:solidFill>
                <a:schemeClr val="tx1"/>
              </a:solidFill>
            </a:ln>
          </p:spPr>
          <p:txBody>
            <a:bodyPr wrap="square" rtlCol="0">
              <a:spAutoFit/>
            </a:bodyPr>
            <a:lstStyle/>
            <a:p>
              <a:pPr algn="l"/>
              <a:r>
                <a:rPr lang="en-US" altLang="zh-CN" sz="1400" i="0" dirty="0" err="1">
                  <a:solidFill>
                    <a:srgbClr val="000000"/>
                  </a:solidFill>
                  <a:latin typeface="楷体" panose="02010609060101010101" pitchFamily="49" charset="-122"/>
                  <a:ea typeface="楷体" panose="02010609060101010101" pitchFamily="49" charset="-122"/>
                </a:rPr>
                <a:t>getbuf</a:t>
              </a:r>
              <a:r>
                <a:rPr lang="zh-CN" altLang="en-US" sz="1400" i="0" dirty="0">
                  <a:solidFill>
                    <a:srgbClr val="000000"/>
                  </a:solidFill>
                  <a:latin typeface="楷体" panose="02010609060101010101" pitchFamily="49" charset="-122"/>
                  <a:ea typeface="楷体" panose="02010609060101010101" pitchFamily="49" charset="-122"/>
                </a:rPr>
                <a:t>栈帧</a:t>
              </a:r>
            </a:p>
          </p:txBody>
        </p:sp>
      </p:grpSp>
      <p:sp>
        <p:nvSpPr>
          <p:cNvPr id="15" name="文本框 14">
            <a:extLst>
              <a:ext uri="{FF2B5EF4-FFF2-40B4-BE49-F238E27FC236}">
                <a16:creationId xmlns:a16="http://schemas.microsoft.com/office/drawing/2014/main" id="{E171A127-FEBE-47FE-9C93-66FD2A7E2A68}"/>
              </a:ext>
            </a:extLst>
          </p:cNvPr>
          <p:cNvSpPr txBox="1"/>
          <p:nvPr/>
        </p:nvSpPr>
        <p:spPr>
          <a:xfrm>
            <a:off x="5564913" y="2674931"/>
            <a:ext cx="2164796" cy="462256"/>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返回地址</a:t>
            </a:r>
          </a:p>
        </p:txBody>
      </p:sp>
      <p:sp>
        <p:nvSpPr>
          <p:cNvPr id="16" name="文本框 15">
            <a:extLst>
              <a:ext uri="{FF2B5EF4-FFF2-40B4-BE49-F238E27FC236}">
                <a16:creationId xmlns:a16="http://schemas.microsoft.com/office/drawing/2014/main" id="{444C29DD-F916-49B7-9941-48D3C139B66A}"/>
              </a:ext>
            </a:extLst>
          </p:cNvPr>
          <p:cNvSpPr txBox="1"/>
          <p:nvPr/>
        </p:nvSpPr>
        <p:spPr>
          <a:xfrm>
            <a:off x="5564914" y="2233478"/>
            <a:ext cx="2164794" cy="462256"/>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sp>
        <p:nvSpPr>
          <p:cNvPr id="17" name="文本框 16">
            <a:extLst>
              <a:ext uri="{FF2B5EF4-FFF2-40B4-BE49-F238E27FC236}">
                <a16:creationId xmlns:a16="http://schemas.microsoft.com/office/drawing/2014/main" id="{F90A428E-2238-45D8-9B7A-FCD6388862F0}"/>
              </a:ext>
            </a:extLst>
          </p:cNvPr>
          <p:cNvSpPr txBox="1"/>
          <p:nvPr/>
        </p:nvSpPr>
        <p:spPr>
          <a:xfrm>
            <a:off x="5564913" y="1787696"/>
            <a:ext cx="2164636" cy="462256"/>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grpSp>
        <p:nvGrpSpPr>
          <p:cNvPr id="18" name="组合 17">
            <a:extLst>
              <a:ext uri="{FF2B5EF4-FFF2-40B4-BE49-F238E27FC236}">
                <a16:creationId xmlns:a16="http://schemas.microsoft.com/office/drawing/2014/main" id="{4B644ADA-8C99-4D48-B490-C4A828EDBC22}"/>
              </a:ext>
            </a:extLst>
          </p:cNvPr>
          <p:cNvGrpSpPr/>
          <p:nvPr/>
        </p:nvGrpSpPr>
        <p:grpSpPr>
          <a:xfrm>
            <a:off x="7826269" y="1419262"/>
            <a:ext cx="915390" cy="1717925"/>
            <a:chOff x="7980514" y="2383322"/>
            <a:chExt cx="881488" cy="2045425"/>
          </a:xfrm>
          <a:solidFill>
            <a:srgbClr val="FFC000"/>
          </a:solidFill>
        </p:grpSpPr>
        <p:sp>
          <p:nvSpPr>
            <p:cNvPr id="19" name="右大括号 18">
              <a:extLst>
                <a:ext uri="{FF2B5EF4-FFF2-40B4-BE49-F238E27FC236}">
                  <a16:creationId xmlns:a16="http://schemas.microsoft.com/office/drawing/2014/main" id="{0B2EC928-4A60-40DE-995A-616B01BA9AA3}"/>
                </a:ext>
              </a:extLst>
            </p:cNvPr>
            <p:cNvSpPr/>
            <p:nvPr/>
          </p:nvSpPr>
          <p:spPr>
            <a:xfrm>
              <a:off x="7980514" y="2383322"/>
              <a:ext cx="72009" cy="2045425"/>
            </a:xfrm>
            <a:prstGeom prst="rightBrace">
              <a:avLst/>
            </a:prstGeom>
            <a:noFill/>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20" name="文本框 19">
              <a:extLst>
                <a:ext uri="{FF2B5EF4-FFF2-40B4-BE49-F238E27FC236}">
                  <a16:creationId xmlns:a16="http://schemas.microsoft.com/office/drawing/2014/main" id="{6C5A1F15-3502-4986-88C7-EBC83D46A23D}"/>
                </a:ext>
              </a:extLst>
            </p:cNvPr>
            <p:cNvSpPr txBox="1"/>
            <p:nvPr/>
          </p:nvSpPr>
          <p:spPr>
            <a:xfrm>
              <a:off x="8064972" y="3218404"/>
              <a:ext cx="797030" cy="622965"/>
            </a:xfrm>
            <a:prstGeom prst="rect">
              <a:avLst/>
            </a:prstGeom>
            <a:grpFill/>
            <a:ln>
              <a:solidFill>
                <a:schemeClr val="tx1"/>
              </a:solidFill>
            </a:ln>
          </p:spPr>
          <p:txBody>
            <a:bodyPr wrap="square" rtlCol="0">
              <a:spAutoFit/>
            </a:bodyPr>
            <a:lstStyle/>
            <a:p>
              <a:pPr algn="l"/>
              <a:r>
                <a:rPr lang="en-US" altLang="zh-CN" sz="1400" i="0" dirty="0">
                  <a:solidFill>
                    <a:srgbClr val="000000"/>
                  </a:solidFill>
                  <a:latin typeface="楷体" panose="02010609060101010101" pitchFamily="49" charset="-122"/>
                  <a:ea typeface="楷体" panose="02010609060101010101" pitchFamily="49" charset="-122"/>
                </a:rPr>
                <a:t>test</a:t>
              </a:r>
            </a:p>
            <a:p>
              <a:pPr algn="l"/>
              <a:r>
                <a:rPr lang="zh-CN" altLang="en-US" sz="1400" i="0" dirty="0">
                  <a:solidFill>
                    <a:srgbClr val="000000"/>
                  </a:solidFill>
                  <a:latin typeface="楷体" panose="02010609060101010101" pitchFamily="49" charset="-122"/>
                  <a:ea typeface="楷体" panose="02010609060101010101" pitchFamily="49" charset="-122"/>
                </a:rPr>
                <a:t>栈帧</a:t>
              </a:r>
            </a:p>
          </p:txBody>
        </p:sp>
      </p:grpSp>
      <p:sp>
        <p:nvSpPr>
          <p:cNvPr id="12" name="文本框 11">
            <a:extLst>
              <a:ext uri="{FF2B5EF4-FFF2-40B4-BE49-F238E27FC236}">
                <a16:creationId xmlns:a16="http://schemas.microsoft.com/office/drawing/2014/main" id="{B9E6CA6A-5092-4F56-BC96-23EB94D4E090}"/>
              </a:ext>
            </a:extLst>
          </p:cNvPr>
          <p:cNvSpPr txBox="1"/>
          <p:nvPr/>
        </p:nvSpPr>
        <p:spPr>
          <a:xfrm>
            <a:off x="5564400" y="1797147"/>
            <a:ext cx="2168545" cy="4038367"/>
          </a:xfrm>
          <a:prstGeom prst="rect">
            <a:avLst/>
          </a:prstGeom>
          <a:gradFill flip="none" rotWithShape="1">
            <a:gsLst>
              <a:gs pos="100000">
                <a:srgbClr val="66FF66">
                  <a:shade val="67500"/>
                  <a:satMod val="115000"/>
                </a:srgbClr>
              </a:gs>
              <a:gs pos="51000">
                <a:srgbClr val="53F053"/>
              </a:gs>
              <a:gs pos="20000">
                <a:srgbClr val="66FF66">
                  <a:shade val="100000"/>
                  <a:satMod val="115000"/>
                </a:srgbClr>
              </a:gs>
            </a:gsLst>
            <a:lin ang="5400000" scaled="1"/>
            <a:tileRect/>
          </a:gra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zh-CN" altLang="en-US" dirty="0">
              <a:solidFill>
                <a:srgbClr val="000000"/>
              </a:solidFill>
            </a:endParaRPr>
          </a:p>
        </p:txBody>
      </p:sp>
      <p:sp>
        <p:nvSpPr>
          <p:cNvPr id="29" name="文本框 28">
            <a:extLst>
              <a:ext uri="{FF2B5EF4-FFF2-40B4-BE49-F238E27FC236}">
                <a16:creationId xmlns:a16="http://schemas.microsoft.com/office/drawing/2014/main" id="{892F8257-16D1-4B0A-984E-5E2CA25ECFAE}"/>
              </a:ext>
            </a:extLst>
          </p:cNvPr>
          <p:cNvSpPr txBox="1"/>
          <p:nvPr/>
        </p:nvSpPr>
        <p:spPr>
          <a:xfrm>
            <a:off x="4037903" y="5387009"/>
            <a:ext cx="1440160" cy="369332"/>
          </a:xfrm>
          <a:prstGeom prst="rect">
            <a:avLst/>
          </a:prstGeom>
          <a:noFill/>
        </p:spPr>
        <p:txBody>
          <a:bodyPr wrap="square" rtlCol="0">
            <a:spAutoFit/>
          </a:bodyPr>
          <a:lstStyle/>
          <a:p>
            <a:r>
              <a:rPr lang="en-US" altLang="zh-CN" dirty="0"/>
              <a:t>-0x28(%</a:t>
            </a:r>
            <a:r>
              <a:rPr lang="en-US" altLang="zh-CN" dirty="0" err="1"/>
              <a:t>ebp</a:t>
            </a:r>
            <a:r>
              <a:rPr lang="en-US" altLang="zh-CN" dirty="0"/>
              <a:t>)</a:t>
            </a:r>
            <a:endParaRPr lang="zh-CN" altLang="en-US" dirty="0"/>
          </a:p>
        </p:txBody>
      </p:sp>
      <p:cxnSp>
        <p:nvCxnSpPr>
          <p:cNvPr id="31" name="直接箭头连接符 30">
            <a:extLst>
              <a:ext uri="{FF2B5EF4-FFF2-40B4-BE49-F238E27FC236}">
                <a16:creationId xmlns:a16="http://schemas.microsoft.com/office/drawing/2014/main" id="{66EFC0E6-1A0C-41F5-B2EF-836D97CA721E}"/>
              </a:ext>
            </a:extLst>
          </p:cNvPr>
          <p:cNvCxnSpPr/>
          <p:nvPr/>
        </p:nvCxnSpPr>
        <p:spPr>
          <a:xfrm>
            <a:off x="5071629" y="5797641"/>
            <a:ext cx="50405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云形 31">
            <a:extLst>
              <a:ext uri="{FF2B5EF4-FFF2-40B4-BE49-F238E27FC236}">
                <a16:creationId xmlns:a16="http://schemas.microsoft.com/office/drawing/2014/main" id="{A0911BFF-9E3C-4C0F-8979-857C74443018}"/>
              </a:ext>
            </a:extLst>
          </p:cNvPr>
          <p:cNvSpPr/>
          <p:nvPr/>
        </p:nvSpPr>
        <p:spPr>
          <a:xfrm>
            <a:off x="2565442" y="930775"/>
            <a:ext cx="2944921" cy="1392709"/>
          </a:xfrm>
          <a:prstGeom prst="cloud">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dirty="0"/>
              <a:t>如果输入的字符串过长，</a:t>
            </a:r>
            <a:r>
              <a:rPr lang="zh-CN" altLang="en-US"/>
              <a:t>会引起缓冲区</a:t>
            </a:r>
            <a:r>
              <a:rPr lang="zh-CN" altLang="en-US" dirty="0"/>
              <a:t>溢出</a:t>
            </a:r>
          </a:p>
        </p:txBody>
      </p:sp>
      <p:sp>
        <p:nvSpPr>
          <p:cNvPr id="2" name="文本框 1">
            <a:extLst>
              <a:ext uri="{FF2B5EF4-FFF2-40B4-BE49-F238E27FC236}">
                <a16:creationId xmlns:a16="http://schemas.microsoft.com/office/drawing/2014/main" id="{48BBAF76-23BE-427E-8252-64A07AA89FA6}"/>
              </a:ext>
            </a:extLst>
          </p:cNvPr>
          <p:cNvSpPr txBox="1"/>
          <p:nvPr/>
        </p:nvSpPr>
        <p:spPr>
          <a:xfrm>
            <a:off x="6570096" y="1797147"/>
            <a:ext cx="553998" cy="3959194"/>
          </a:xfrm>
          <a:prstGeom prst="rect">
            <a:avLst/>
          </a:prstGeom>
          <a:noFill/>
        </p:spPr>
        <p:txBody>
          <a:bodyPr vert="eaVert" wrap="square" rtlCol="0">
            <a:spAutoFit/>
          </a:bodyPr>
          <a:lstStyle/>
          <a:p>
            <a:pPr algn="l"/>
            <a:r>
              <a:rPr lang="zh-CN" altLang="en-US" sz="2400" b="1" i="0" dirty="0">
                <a:solidFill>
                  <a:srgbClr val="0070C0"/>
                </a:solidFill>
              </a:rPr>
              <a:t>我们输入的字符串！</a:t>
            </a:r>
          </a:p>
        </p:txBody>
      </p:sp>
      <p:sp>
        <p:nvSpPr>
          <p:cNvPr id="27" name="文本框 26">
            <a:extLst>
              <a:ext uri="{FF2B5EF4-FFF2-40B4-BE49-F238E27FC236}">
                <a16:creationId xmlns:a16="http://schemas.microsoft.com/office/drawing/2014/main" id="{B9E6CA6A-5092-4F56-BC96-23EB94D4E090}"/>
              </a:ext>
            </a:extLst>
          </p:cNvPr>
          <p:cNvSpPr txBox="1"/>
          <p:nvPr/>
        </p:nvSpPr>
        <p:spPr>
          <a:xfrm>
            <a:off x="5550946" y="3756447"/>
            <a:ext cx="2168545" cy="2088735"/>
          </a:xfrm>
          <a:prstGeom prst="rect">
            <a:avLst/>
          </a:prstGeom>
          <a:gradFill flip="none" rotWithShape="1">
            <a:gsLst>
              <a:gs pos="100000">
                <a:srgbClr val="66FF66">
                  <a:shade val="67500"/>
                  <a:satMod val="115000"/>
                </a:srgbClr>
              </a:gs>
              <a:gs pos="51000">
                <a:srgbClr val="53F053"/>
              </a:gs>
              <a:gs pos="20000">
                <a:srgbClr val="66FF66">
                  <a:shade val="100000"/>
                  <a:satMod val="115000"/>
                </a:srgbClr>
              </a:gs>
            </a:gsLst>
            <a:lin ang="5400000" scaled="1"/>
            <a:tileRect/>
          </a:gra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zh-CN" altLang="en-US" dirty="0">
              <a:solidFill>
                <a:srgbClr val="000000"/>
              </a:solidFill>
            </a:endParaRPr>
          </a:p>
        </p:txBody>
      </p:sp>
      <p:sp>
        <p:nvSpPr>
          <p:cNvPr id="30" name="文本框 29">
            <a:extLst>
              <a:ext uri="{FF2B5EF4-FFF2-40B4-BE49-F238E27FC236}">
                <a16:creationId xmlns:a16="http://schemas.microsoft.com/office/drawing/2014/main" id="{48BBAF76-23BE-427E-8252-64A07AA89FA6}"/>
              </a:ext>
            </a:extLst>
          </p:cNvPr>
          <p:cNvSpPr txBox="1"/>
          <p:nvPr/>
        </p:nvSpPr>
        <p:spPr>
          <a:xfrm>
            <a:off x="6506945" y="3910965"/>
            <a:ext cx="369332" cy="1976126"/>
          </a:xfrm>
          <a:prstGeom prst="rect">
            <a:avLst/>
          </a:prstGeom>
          <a:noFill/>
        </p:spPr>
        <p:txBody>
          <a:bodyPr vert="eaVert" wrap="square" rtlCol="0">
            <a:spAutoFit/>
          </a:bodyPr>
          <a:lstStyle/>
          <a:p>
            <a:pPr algn="l"/>
            <a:r>
              <a:rPr lang="zh-CN" altLang="en-US" sz="1200" b="1" i="0" dirty="0">
                <a:solidFill>
                  <a:srgbClr val="0070C0"/>
                </a:solidFill>
              </a:rPr>
              <a:t>我们输入的字符串！</a:t>
            </a:r>
          </a:p>
        </p:txBody>
      </p:sp>
      <p:pic>
        <p:nvPicPr>
          <p:cNvPr id="3" name="图片 2"/>
          <p:cNvPicPr>
            <a:picLocks noChangeAspect="1"/>
          </p:cNvPicPr>
          <p:nvPr/>
        </p:nvPicPr>
        <p:blipFill>
          <a:blip r:embed="rId2"/>
          <a:stretch>
            <a:fillRect/>
          </a:stretch>
        </p:blipFill>
        <p:spPr>
          <a:xfrm>
            <a:off x="470558" y="3171072"/>
            <a:ext cx="4021407" cy="1960574"/>
          </a:xfrm>
          <a:prstGeom prst="rect">
            <a:avLst/>
          </a:prstGeom>
        </p:spPr>
      </p:pic>
      <p:sp>
        <p:nvSpPr>
          <p:cNvPr id="33" name="灯片编号占位符 32">
            <a:extLst>
              <a:ext uri="{FF2B5EF4-FFF2-40B4-BE49-F238E27FC236}">
                <a16:creationId xmlns:a16="http://schemas.microsoft.com/office/drawing/2014/main" id="{1BEF0D2D-D18B-A168-EF4D-91ED329E1EDE}"/>
              </a:ext>
            </a:extLst>
          </p:cNvPr>
          <p:cNvSpPr>
            <a:spLocks noGrp="1"/>
          </p:cNvSpPr>
          <p:nvPr>
            <p:ph type="sldNum" sz="quarter" idx="12"/>
          </p:nvPr>
        </p:nvSpPr>
        <p:spPr/>
        <p:txBody>
          <a:bodyPr/>
          <a:lstStyle/>
          <a:p>
            <a:fld id="{687D7A59-36E2-48B9-B146-C1E59501F63F}" type="slidenum">
              <a:rPr lang="en-US" smtClean="0"/>
              <a:pPr/>
              <a:t>8</a:t>
            </a:fld>
            <a:endParaRPr lang="en-US"/>
          </a:p>
        </p:txBody>
      </p:sp>
    </p:spTree>
    <p:extLst>
      <p:ext uri="{BB962C8B-B14F-4D97-AF65-F5344CB8AC3E}">
        <p14:creationId xmlns:p14="http://schemas.microsoft.com/office/powerpoint/2010/main" val="1205383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2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arn(inVertic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7"/>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30"/>
                                        </p:tgtEl>
                                        <p:attrNameLst>
                                          <p:attrName>style.visibility</p:attrName>
                                        </p:attrNameLst>
                                      </p:cBhvr>
                                      <p:to>
                                        <p:strVal val="hidden"/>
                                      </p:to>
                                    </p:set>
                                  </p:childTnLst>
                                </p:cTn>
                              </p:par>
                              <p:par>
                                <p:cTn id="19" presetID="2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2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arn(inVertic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1000"/>
                                        <p:tgtEl>
                                          <p:spTgt spid="32"/>
                                        </p:tgtEl>
                                      </p:cBhvr>
                                    </p:animEffect>
                                    <p:anim calcmode="lin" valueType="num">
                                      <p:cBhvr>
                                        <p:cTn id="32" dur="1000" fill="hold"/>
                                        <p:tgtEl>
                                          <p:spTgt spid="32"/>
                                        </p:tgtEl>
                                        <p:attrNameLst>
                                          <p:attrName>ppt_x</p:attrName>
                                        </p:attrNameLst>
                                      </p:cBhvr>
                                      <p:tavLst>
                                        <p:tav tm="0">
                                          <p:val>
                                            <p:strVal val="#ppt_x"/>
                                          </p:val>
                                        </p:tav>
                                        <p:tav tm="100000">
                                          <p:val>
                                            <p:strVal val="#ppt_x"/>
                                          </p:val>
                                        </p:tav>
                                      </p:tavLst>
                                    </p:anim>
                                    <p:anim calcmode="lin" valueType="num">
                                      <p:cBhvr>
                                        <p:cTn id="3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2" grpId="0" animBg="1"/>
      <p:bldP spid="2" grpId="0"/>
      <p:bldP spid="27" grpId="0" animBg="1"/>
      <p:bldP spid="27" grpId="1" animBg="1"/>
      <p:bldP spid="30" grpId="0"/>
      <p:bldP spid="30"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885C6D9-3B02-426C-988F-4E9E92331A8F}"/>
              </a:ext>
            </a:extLst>
          </p:cNvPr>
          <p:cNvSpPr>
            <a:spLocks noGrp="1"/>
          </p:cNvSpPr>
          <p:nvPr>
            <p:ph type="title"/>
          </p:nvPr>
        </p:nvSpPr>
        <p:spPr/>
        <p:txBody>
          <a:bodyPr>
            <a:normAutofit/>
          </a:bodyPr>
          <a:lstStyle/>
          <a:p>
            <a:r>
              <a:rPr lang="zh-CN" altLang="en-US" dirty="0"/>
              <a:t>运行一下</a:t>
            </a:r>
            <a:r>
              <a:rPr lang="en-US" altLang="zh-CN" dirty="0" err="1"/>
              <a:t>bufbomb</a:t>
            </a:r>
            <a:endParaRPr lang="zh-CN" altLang="en-US" dirty="0"/>
          </a:p>
        </p:txBody>
      </p:sp>
      <p:grpSp>
        <p:nvGrpSpPr>
          <p:cNvPr id="21" name="组合 20">
            <a:extLst>
              <a:ext uri="{FF2B5EF4-FFF2-40B4-BE49-F238E27FC236}">
                <a16:creationId xmlns:a16="http://schemas.microsoft.com/office/drawing/2014/main" id="{90E10B2A-D444-40BA-9025-FA55CE4D903D}"/>
              </a:ext>
            </a:extLst>
          </p:cNvPr>
          <p:cNvGrpSpPr/>
          <p:nvPr/>
        </p:nvGrpSpPr>
        <p:grpSpPr>
          <a:xfrm>
            <a:off x="1499310" y="3358810"/>
            <a:ext cx="6145380" cy="1600732"/>
            <a:chOff x="1499310" y="4830793"/>
            <a:chExt cx="6145380" cy="1600732"/>
          </a:xfrm>
        </p:grpSpPr>
        <p:grpSp>
          <p:nvGrpSpPr>
            <p:cNvPr id="16" name="组合 15">
              <a:extLst>
                <a:ext uri="{FF2B5EF4-FFF2-40B4-BE49-F238E27FC236}">
                  <a16:creationId xmlns:a16="http://schemas.microsoft.com/office/drawing/2014/main" id="{9954BD06-B18D-4B78-A0C3-156B6EE292E1}"/>
                </a:ext>
              </a:extLst>
            </p:cNvPr>
            <p:cNvGrpSpPr/>
            <p:nvPr/>
          </p:nvGrpSpPr>
          <p:grpSpPr>
            <a:xfrm>
              <a:off x="1499310" y="4830793"/>
              <a:ext cx="6145380" cy="1041677"/>
              <a:chOff x="1023870" y="4150582"/>
              <a:chExt cx="6145380" cy="1041677"/>
            </a:xfrm>
          </p:grpSpPr>
          <p:pic>
            <p:nvPicPr>
              <p:cNvPr id="12" name="图片 11">
                <a:extLst>
                  <a:ext uri="{FF2B5EF4-FFF2-40B4-BE49-F238E27FC236}">
                    <a16:creationId xmlns:a16="http://schemas.microsoft.com/office/drawing/2014/main" id="{DCACA355-B799-49F1-A8FD-97D6BF007A12}"/>
                  </a:ext>
                </a:extLst>
              </p:cNvPr>
              <p:cNvPicPr>
                <a:picLocks noChangeAspect="1"/>
              </p:cNvPicPr>
              <p:nvPr/>
            </p:nvPicPr>
            <p:blipFill>
              <a:blip r:embed="rId2"/>
              <a:srcRect t="12281"/>
              <a:stretch>
                <a:fillRect/>
              </a:stretch>
            </p:blipFill>
            <p:spPr>
              <a:xfrm>
                <a:off x="1023870" y="4150582"/>
                <a:ext cx="5512083" cy="1041677"/>
              </a:xfrm>
              <a:prstGeom prst="rect">
                <a:avLst/>
              </a:prstGeom>
            </p:spPr>
          </p:pic>
          <p:sp>
            <p:nvSpPr>
              <p:cNvPr id="13" name="矩形 12">
                <a:extLst>
                  <a:ext uri="{FF2B5EF4-FFF2-40B4-BE49-F238E27FC236}">
                    <a16:creationId xmlns:a16="http://schemas.microsoft.com/office/drawing/2014/main" id="{E344DB14-B811-4748-9A1B-66115FCCAD14}"/>
                  </a:ext>
                </a:extLst>
              </p:cNvPr>
              <p:cNvSpPr/>
              <p:nvPr/>
            </p:nvSpPr>
            <p:spPr>
              <a:xfrm>
                <a:off x="2051720" y="4509120"/>
                <a:ext cx="1080120" cy="1787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标注: 线形 13">
                <a:extLst>
                  <a:ext uri="{FF2B5EF4-FFF2-40B4-BE49-F238E27FC236}">
                    <a16:creationId xmlns:a16="http://schemas.microsoft.com/office/drawing/2014/main" id="{19C2F5BC-8626-45BF-BF44-3F56F9DDBDF0}"/>
                  </a:ext>
                </a:extLst>
              </p:cNvPr>
              <p:cNvSpPr/>
              <p:nvPr/>
            </p:nvSpPr>
            <p:spPr>
              <a:xfrm>
                <a:off x="4855073" y="4438411"/>
                <a:ext cx="2314177" cy="393493"/>
              </a:xfrm>
              <a:prstGeom prst="borderCallout1">
                <a:avLst>
                  <a:gd name="adj1" fmla="val 62321"/>
                  <a:gd name="adj2" fmla="val -2159"/>
                  <a:gd name="adj3" fmla="val 39251"/>
                  <a:gd name="adj4" fmla="val -7330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70C0"/>
                    </a:solidFill>
                  </a:rPr>
                  <a:t>按提示输入字符串</a:t>
                </a:r>
              </a:p>
            </p:txBody>
          </p:sp>
        </p:grpSp>
        <p:sp>
          <p:nvSpPr>
            <p:cNvPr id="19" name="标注: 线形 18">
              <a:extLst>
                <a:ext uri="{FF2B5EF4-FFF2-40B4-BE49-F238E27FC236}">
                  <a16:creationId xmlns:a16="http://schemas.microsoft.com/office/drawing/2014/main" id="{C845E863-CF6C-4342-A0BC-F9BE17854425}"/>
                </a:ext>
              </a:extLst>
            </p:cNvPr>
            <p:cNvSpPr/>
            <p:nvPr/>
          </p:nvSpPr>
          <p:spPr>
            <a:xfrm>
              <a:off x="4446480" y="6038668"/>
              <a:ext cx="2052229" cy="392857"/>
            </a:xfrm>
            <a:prstGeom prst="borderCallout1">
              <a:avLst>
                <a:gd name="adj1" fmla="val 18750"/>
                <a:gd name="adj2" fmla="val -8333"/>
                <a:gd name="adj3" fmla="val -113655"/>
                <a:gd name="adj4" fmla="val -48834"/>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rgbClr val="0000FF"/>
                  </a:solidFill>
                </a:rPr>
                <a:t>getbuf</a:t>
              </a:r>
              <a:r>
                <a:rPr lang="zh-CN" altLang="en-US" dirty="0">
                  <a:solidFill>
                    <a:srgbClr val="0000FF"/>
                  </a:solidFill>
                </a:rPr>
                <a:t>正常返回</a:t>
              </a:r>
              <a:r>
                <a:rPr lang="en-US" altLang="zh-CN" dirty="0">
                  <a:solidFill>
                    <a:srgbClr val="0000FF"/>
                  </a:solidFill>
                </a:rPr>
                <a:t>1</a:t>
              </a:r>
              <a:endParaRPr lang="zh-CN" altLang="en-US" dirty="0">
                <a:solidFill>
                  <a:srgbClr val="0000FF"/>
                </a:solidFill>
              </a:endParaRPr>
            </a:p>
          </p:txBody>
        </p:sp>
        <p:sp>
          <p:nvSpPr>
            <p:cNvPr id="20" name="矩形 19">
              <a:extLst>
                <a:ext uri="{FF2B5EF4-FFF2-40B4-BE49-F238E27FC236}">
                  <a16:creationId xmlns:a16="http://schemas.microsoft.com/office/drawing/2014/main" id="{014585B2-EBEC-40CD-A480-DAB68E5F1959}"/>
                </a:ext>
              </a:extLst>
            </p:cNvPr>
            <p:cNvSpPr/>
            <p:nvPr/>
          </p:nvSpPr>
          <p:spPr>
            <a:xfrm>
              <a:off x="1907704" y="5368099"/>
              <a:ext cx="1800200" cy="17876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p:cNvSpPr txBox="1"/>
          <p:nvPr/>
        </p:nvSpPr>
        <p:spPr>
          <a:xfrm>
            <a:off x="323528" y="1844824"/>
            <a:ext cx="8568952" cy="954107"/>
          </a:xfrm>
          <a:prstGeom prst="rect">
            <a:avLst/>
          </a:prstGeom>
          <a:noFill/>
        </p:spPr>
        <p:txBody>
          <a:bodyPr wrap="square" rtlCol="0">
            <a:spAutoFit/>
          </a:bodyPr>
          <a:lstStyle/>
          <a:p>
            <a:pPr marL="274320" indent="-274320" algn="l">
              <a:spcBef>
                <a:spcPct val="20000"/>
              </a:spcBef>
              <a:buClr>
                <a:schemeClr val="accent1"/>
              </a:buClr>
              <a:buSzPct val="100000"/>
              <a:buFont typeface="Symbol" pitchFamily="18" charset="2"/>
              <a:buChar char=""/>
            </a:pPr>
            <a:r>
              <a:rPr lang="zh-CN" altLang="en-US" sz="2800" i="0" dirty="0">
                <a:solidFill>
                  <a:schemeClr val="tx2"/>
                </a:solidFill>
                <a:latin typeface="+mn-lt"/>
                <a:ea typeface="+mn-ea"/>
              </a:rPr>
              <a:t>如果输入的字符串不长，</a:t>
            </a:r>
            <a:r>
              <a:rPr lang="en-US" altLang="zh-CN" sz="2800" i="0" dirty="0" err="1">
                <a:solidFill>
                  <a:schemeClr val="tx2"/>
                </a:solidFill>
                <a:latin typeface="+mn-lt"/>
                <a:ea typeface="+mn-ea"/>
              </a:rPr>
              <a:t>getbuf</a:t>
            </a:r>
            <a:r>
              <a:rPr lang="zh-CN" altLang="en-US" sz="2800" i="0" dirty="0">
                <a:solidFill>
                  <a:schemeClr val="tx2"/>
                </a:solidFill>
                <a:latin typeface="+mn-lt"/>
                <a:ea typeface="+mn-ea"/>
              </a:rPr>
              <a:t>函数正常返回</a:t>
            </a:r>
            <a:r>
              <a:rPr lang="en-US" altLang="zh-CN" sz="2800" i="0" dirty="0">
                <a:solidFill>
                  <a:schemeClr val="tx2"/>
                </a:solidFill>
                <a:latin typeface="+mn-lt"/>
                <a:ea typeface="+mn-ea"/>
              </a:rPr>
              <a:t>test</a:t>
            </a:r>
            <a:r>
              <a:rPr lang="zh-CN" altLang="en-US" sz="2800" i="0" dirty="0">
                <a:solidFill>
                  <a:schemeClr val="tx2"/>
                </a:solidFill>
                <a:latin typeface="+mn-lt"/>
                <a:ea typeface="+mn-ea"/>
              </a:rPr>
              <a:t>函数。</a:t>
            </a:r>
          </a:p>
        </p:txBody>
      </p:sp>
      <p:sp>
        <p:nvSpPr>
          <p:cNvPr id="7" name="灯片编号占位符 6">
            <a:extLst>
              <a:ext uri="{FF2B5EF4-FFF2-40B4-BE49-F238E27FC236}">
                <a16:creationId xmlns:a16="http://schemas.microsoft.com/office/drawing/2014/main" id="{AB776D39-80BB-4423-C3C1-F6AC75D80ABA}"/>
              </a:ext>
            </a:extLst>
          </p:cNvPr>
          <p:cNvSpPr>
            <a:spLocks noGrp="1"/>
          </p:cNvSpPr>
          <p:nvPr>
            <p:ph type="sldNum" sz="quarter" idx="12"/>
          </p:nvPr>
        </p:nvSpPr>
        <p:spPr/>
        <p:txBody>
          <a:bodyPr/>
          <a:lstStyle/>
          <a:p>
            <a:fld id="{687D7A59-36E2-48B9-B146-C1E59501F63F}" type="slidenum">
              <a:rPr lang="en-US" smtClean="0"/>
              <a:pPr/>
              <a:t>9</a:t>
            </a:fld>
            <a:endParaRPr lang="en-US"/>
          </a:p>
        </p:txBody>
      </p:sp>
    </p:spTree>
    <p:extLst>
      <p:ext uri="{BB962C8B-B14F-4D97-AF65-F5344CB8AC3E}">
        <p14:creationId xmlns:p14="http://schemas.microsoft.com/office/powerpoint/2010/main" val="736993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A935C06-9CB1-46D0-93FE-76CC15E92B34}"/>
              </a:ext>
            </a:extLst>
          </p:cNvPr>
          <p:cNvGrpSpPr/>
          <p:nvPr/>
        </p:nvGrpSpPr>
        <p:grpSpPr>
          <a:xfrm>
            <a:off x="395536" y="692696"/>
            <a:ext cx="7416824" cy="1376528"/>
            <a:chOff x="1259632" y="2211224"/>
            <a:chExt cx="6928206" cy="1124677"/>
          </a:xfrm>
        </p:grpSpPr>
        <p:grpSp>
          <p:nvGrpSpPr>
            <p:cNvPr id="8" name="组合 7">
              <a:extLst>
                <a:ext uri="{FF2B5EF4-FFF2-40B4-BE49-F238E27FC236}">
                  <a16:creationId xmlns:a16="http://schemas.microsoft.com/office/drawing/2014/main" id="{F6A08E72-2EB2-4047-A215-BF9E789B62DC}"/>
                </a:ext>
              </a:extLst>
            </p:cNvPr>
            <p:cNvGrpSpPr/>
            <p:nvPr/>
          </p:nvGrpSpPr>
          <p:grpSpPr>
            <a:xfrm>
              <a:off x="1259632" y="2211224"/>
              <a:ext cx="6928206" cy="1124677"/>
              <a:chOff x="1259632" y="2211224"/>
              <a:chExt cx="6928206" cy="1124677"/>
            </a:xfrm>
          </p:grpSpPr>
          <p:pic>
            <p:nvPicPr>
              <p:cNvPr id="5" name="图片 4">
                <a:extLst>
                  <a:ext uri="{FF2B5EF4-FFF2-40B4-BE49-F238E27FC236}">
                    <a16:creationId xmlns:a16="http://schemas.microsoft.com/office/drawing/2014/main" id="{D68B7742-6602-438E-BE2D-F874109CFE67}"/>
                  </a:ext>
                </a:extLst>
              </p:cNvPr>
              <p:cNvPicPr>
                <a:picLocks noChangeAspect="1"/>
              </p:cNvPicPr>
              <p:nvPr/>
            </p:nvPicPr>
            <p:blipFill>
              <a:blip r:embed="rId2"/>
              <a:srcRect t="14853"/>
              <a:stretch>
                <a:fillRect/>
              </a:stretch>
            </p:blipFill>
            <p:spPr>
              <a:xfrm>
                <a:off x="1259632" y="2211224"/>
                <a:ext cx="6928206" cy="1124677"/>
              </a:xfrm>
              <a:prstGeom prst="rect">
                <a:avLst/>
              </a:prstGeom>
            </p:spPr>
          </p:pic>
          <p:sp>
            <p:nvSpPr>
              <p:cNvPr id="6" name="矩形 5">
                <a:extLst>
                  <a:ext uri="{FF2B5EF4-FFF2-40B4-BE49-F238E27FC236}">
                    <a16:creationId xmlns:a16="http://schemas.microsoft.com/office/drawing/2014/main" id="{6D176552-A301-417F-A6A3-7EBD86E87D2D}"/>
                  </a:ext>
                </a:extLst>
              </p:cNvPr>
              <p:cNvSpPr/>
              <p:nvPr/>
            </p:nvSpPr>
            <p:spPr>
              <a:xfrm>
                <a:off x="2318395" y="2512174"/>
                <a:ext cx="5848086"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00CF44A-C9B9-4B99-923D-51B5ED250DC3}"/>
                  </a:ext>
                </a:extLst>
              </p:cNvPr>
              <p:cNvSpPr/>
              <p:nvPr/>
            </p:nvSpPr>
            <p:spPr>
              <a:xfrm>
                <a:off x="1259632" y="2675467"/>
                <a:ext cx="432048"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a:extLst>
                <a:ext uri="{FF2B5EF4-FFF2-40B4-BE49-F238E27FC236}">
                  <a16:creationId xmlns:a16="http://schemas.microsoft.com/office/drawing/2014/main" id="{F767CDF1-2B91-49CA-9CF7-707D751F53F2}"/>
                </a:ext>
              </a:extLst>
            </p:cNvPr>
            <p:cNvSpPr/>
            <p:nvPr/>
          </p:nvSpPr>
          <p:spPr>
            <a:xfrm>
              <a:off x="1835696" y="2776636"/>
              <a:ext cx="2880320" cy="216024"/>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a:extLst>
              <a:ext uri="{FF2B5EF4-FFF2-40B4-BE49-F238E27FC236}">
                <a16:creationId xmlns:a16="http://schemas.microsoft.com/office/drawing/2014/main" id="{97CA46BC-FD84-4A84-BD8F-CBFE21A2F423}"/>
              </a:ext>
            </a:extLst>
          </p:cNvPr>
          <p:cNvPicPr>
            <a:picLocks noChangeAspect="1"/>
          </p:cNvPicPr>
          <p:nvPr/>
        </p:nvPicPr>
        <p:blipFill>
          <a:blip r:embed="rId3"/>
          <a:srcRect r="20216"/>
          <a:stretch>
            <a:fillRect/>
          </a:stretch>
        </p:blipFill>
        <p:spPr>
          <a:xfrm>
            <a:off x="369688" y="2331862"/>
            <a:ext cx="4104456" cy="2883702"/>
          </a:xfrm>
          <a:prstGeom prst="rect">
            <a:avLst/>
          </a:prstGeom>
        </p:spPr>
      </p:pic>
      <p:sp>
        <p:nvSpPr>
          <p:cNvPr id="14" name="矩形 13">
            <a:extLst>
              <a:ext uri="{FF2B5EF4-FFF2-40B4-BE49-F238E27FC236}">
                <a16:creationId xmlns:a16="http://schemas.microsoft.com/office/drawing/2014/main" id="{12D77831-730B-4AF4-824B-92E6C153157A}"/>
              </a:ext>
            </a:extLst>
          </p:cNvPr>
          <p:cNvSpPr/>
          <p:nvPr/>
        </p:nvSpPr>
        <p:spPr>
          <a:xfrm>
            <a:off x="369688" y="4869160"/>
            <a:ext cx="1249984" cy="14401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p:nvSpPr>
        <p:spPr>
          <a:xfrm>
            <a:off x="4716016" y="2418012"/>
            <a:ext cx="3816424" cy="2763834"/>
          </a:xfrm>
          <a:prstGeom prst="rect">
            <a:avLst/>
          </a:prstGeom>
          <a:noFill/>
        </p:spPr>
        <p:txBody>
          <a:bodyPr wrap="square" rtlCol="0">
            <a:spAutoFit/>
          </a:bodyPr>
          <a:lstStyle/>
          <a:p>
            <a:pPr marL="274320" indent="-274320" algn="l">
              <a:spcBef>
                <a:spcPct val="20000"/>
              </a:spcBef>
              <a:buClr>
                <a:schemeClr val="accent1"/>
              </a:buClr>
              <a:buSzPct val="100000"/>
              <a:buFont typeface="Symbol" pitchFamily="18" charset="2"/>
              <a:buChar char=""/>
            </a:pPr>
            <a:r>
              <a:rPr lang="zh-CN" altLang="en-US" sz="2800" i="0" dirty="0">
                <a:solidFill>
                  <a:schemeClr val="tx2"/>
                </a:solidFill>
                <a:latin typeface="+mn-lt"/>
                <a:ea typeface="+mn-ea"/>
              </a:rPr>
              <a:t>如果输入的字符串很长，发生了段错误。</a:t>
            </a:r>
            <a:endParaRPr lang="en-US" altLang="zh-CN" sz="2800" i="0" dirty="0">
              <a:solidFill>
                <a:schemeClr val="tx2"/>
              </a:solidFill>
              <a:latin typeface="+mn-lt"/>
              <a:ea typeface="+mn-ea"/>
            </a:endParaRPr>
          </a:p>
          <a:p>
            <a:pPr marL="274320" indent="-274320" algn="l">
              <a:spcBef>
                <a:spcPct val="20000"/>
              </a:spcBef>
              <a:buClr>
                <a:schemeClr val="accent1"/>
              </a:buClr>
              <a:buSzPct val="100000"/>
              <a:buFont typeface="Symbol" pitchFamily="18" charset="2"/>
              <a:buChar char=""/>
            </a:pPr>
            <a:r>
              <a:rPr lang="en-US" altLang="zh-CN" sz="2800" i="0" dirty="0" err="1">
                <a:solidFill>
                  <a:schemeClr val="tx2"/>
                </a:solidFill>
                <a:latin typeface="+mn-lt"/>
                <a:ea typeface="+mn-ea"/>
              </a:rPr>
              <a:t>getbuf</a:t>
            </a:r>
            <a:r>
              <a:rPr lang="zh-CN" altLang="en-US" sz="2800" i="0" dirty="0">
                <a:solidFill>
                  <a:schemeClr val="tx2"/>
                </a:solidFill>
                <a:latin typeface="+mn-lt"/>
                <a:ea typeface="+mn-ea"/>
              </a:rPr>
              <a:t>函数的</a:t>
            </a:r>
            <a:r>
              <a:rPr lang="en-US" altLang="zh-CN" sz="2800" i="0" dirty="0">
                <a:solidFill>
                  <a:schemeClr val="tx2"/>
                </a:solidFill>
                <a:latin typeface="+mn-lt"/>
                <a:ea typeface="+mn-ea"/>
              </a:rPr>
              <a:t>ret</a:t>
            </a:r>
            <a:r>
              <a:rPr lang="zh-CN" altLang="en-US" sz="2800" i="0" dirty="0">
                <a:solidFill>
                  <a:schemeClr val="tx2"/>
                </a:solidFill>
                <a:latin typeface="+mn-lt"/>
                <a:ea typeface="+mn-ea"/>
              </a:rPr>
              <a:t>指令没有返回到</a:t>
            </a:r>
            <a:r>
              <a:rPr lang="en-US" altLang="zh-CN" sz="2800" i="0" dirty="0">
                <a:solidFill>
                  <a:schemeClr val="tx2"/>
                </a:solidFill>
                <a:latin typeface="+mn-lt"/>
                <a:ea typeface="+mn-ea"/>
              </a:rPr>
              <a:t>test</a:t>
            </a:r>
            <a:r>
              <a:rPr lang="zh-CN" altLang="en-US" sz="2800" i="0" dirty="0">
                <a:solidFill>
                  <a:schemeClr val="tx2"/>
                </a:solidFill>
                <a:latin typeface="+mn-lt"/>
                <a:ea typeface="+mn-ea"/>
              </a:rPr>
              <a:t>函数，而是跳到了一个奇怪的地址。</a:t>
            </a:r>
            <a:endParaRPr lang="en-US" altLang="zh-CN" sz="2800" i="0" dirty="0">
              <a:solidFill>
                <a:schemeClr val="tx2"/>
              </a:solidFill>
              <a:latin typeface="+mn-lt"/>
              <a:ea typeface="+mn-ea"/>
            </a:endParaRPr>
          </a:p>
        </p:txBody>
      </p:sp>
      <p:sp>
        <p:nvSpPr>
          <p:cNvPr id="12" name="灯片编号占位符 11">
            <a:extLst>
              <a:ext uri="{FF2B5EF4-FFF2-40B4-BE49-F238E27FC236}">
                <a16:creationId xmlns:a16="http://schemas.microsoft.com/office/drawing/2014/main" id="{5C96FD88-1F16-B06E-F451-D1F81BE5A888}"/>
              </a:ext>
            </a:extLst>
          </p:cNvPr>
          <p:cNvSpPr>
            <a:spLocks noGrp="1"/>
          </p:cNvSpPr>
          <p:nvPr>
            <p:ph type="sldNum" sz="quarter" idx="12"/>
          </p:nvPr>
        </p:nvSpPr>
        <p:spPr/>
        <p:txBody>
          <a:bodyPr/>
          <a:lstStyle/>
          <a:p>
            <a:fld id="{687D7A59-36E2-48B9-B146-C1E59501F63F}" type="slidenum">
              <a:rPr lang="en-US" smtClean="0"/>
              <a:pPr/>
              <a:t>10</a:t>
            </a:fld>
            <a:endParaRPr lang="en-US"/>
          </a:p>
        </p:txBody>
      </p:sp>
      <p:sp>
        <p:nvSpPr>
          <p:cNvPr id="2" name="文本框 1">
            <a:extLst>
              <a:ext uri="{FF2B5EF4-FFF2-40B4-BE49-F238E27FC236}">
                <a16:creationId xmlns:a16="http://schemas.microsoft.com/office/drawing/2014/main" id="{4D9FFDBB-E9CF-94F2-ACF2-1AB268742950}"/>
              </a:ext>
            </a:extLst>
          </p:cNvPr>
          <p:cNvSpPr txBox="1"/>
          <p:nvPr/>
        </p:nvSpPr>
        <p:spPr>
          <a:xfrm>
            <a:off x="431540" y="5573256"/>
            <a:ext cx="8568952" cy="523220"/>
          </a:xfrm>
          <a:prstGeom prst="rect">
            <a:avLst/>
          </a:prstGeom>
          <a:noFill/>
        </p:spPr>
        <p:txBody>
          <a:bodyPr wrap="square" rtlCol="0">
            <a:spAutoFit/>
          </a:bodyPr>
          <a:lstStyle/>
          <a:p>
            <a:pPr marL="274320" indent="-274320" algn="l">
              <a:spcBef>
                <a:spcPct val="20000"/>
              </a:spcBef>
              <a:buClr>
                <a:schemeClr val="accent1"/>
              </a:buClr>
              <a:buSzPct val="100000"/>
              <a:buFont typeface="Symbol" pitchFamily="18" charset="2"/>
              <a:buChar char=""/>
            </a:pPr>
            <a:r>
              <a:rPr lang="zh-CN" altLang="en-US" sz="2800" i="0" dirty="0">
                <a:solidFill>
                  <a:schemeClr val="tx2"/>
                </a:solidFill>
                <a:latin typeface="+mn-lt"/>
                <a:ea typeface="+mn-ea"/>
              </a:rPr>
              <a:t>注意：在线执行会记错误一次。</a:t>
            </a:r>
          </a:p>
        </p:txBody>
      </p:sp>
    </p:spTree>
    <p:extLst>
      <p:ext uri="{BB962C8B-B14F-4D97-AF65-F5344CB8AC3E}">
        <p14:creationId xmlns:p14="http://schemas.microsoft.com/office/powerpoint/2010/main" val="57224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38328"/>
            <a:ext cx="8229600" cy="1252728"/>
          </a:xfrm>
        </p:spPr>
        <p:txBody>
          <a:bodyPr/>
          <a:lstStyle/>
          <a:p>
            <a:r>
              <a:rPr lang="zh-CN" altLang="en-US" dirty="0"/>
              <a:t>攻击手段</a:t>
            </a:r>
          </a:p>
        </p:txBody>
      </p:sp>
      <p:grpSp>
        <p:nvGrpSpPr>
          <p:cNvPr id="1025" name="组合 1024">
            <a:extLst>
              <a:ext uri="{FF2B5EF4-FFF2-40B4-BE49-F238E27FC236}">
                <a16:creationId xmlns:a16="http://schemas.microsoft.com/office/drawing/2014/main" id="{4B223C2E-A47A-4578-BCE5-94FD5BB043BD}"/>
              </a:ext>
            </a:extLst>
          </p:cNvPr>
          <p:cNvGrpSpPr/>
          <p:nvPr/>
        </p:nvGrpSpPr>
        <p:grpSpPr>
          <a:xfrm>
            <a:off x="4888637" y="1361525"/>
            <a:ext cx="3798163" cy="5216233"/>
            <a:chOff x="4888637" y="1361525"/>
            <a:chExt cx="3798163" cy="5216233"/>
          </a:xfrm>
        </p:grpSpPr>
        <p:grpSp>
          <p:nvGrpSpPr>
            <p:cNvPr id="5" name="组合 4"/>
            <p:cNvGrpSpPr/>
            <p:nvPr/>
          </p:nvGrpSpPr>
          <p:grpSpPr>
            <a:xfrm>
              <a:off x="4888637" y="1361525"/>
              <a:ext cx="3798163" cy="5216233"/>
              <a:chOff x="2987522" y="1988835"/>
              <a:chExt cx="3657496" cy="3820345"/>
            </a:xfrm>
          </p:grpSpPr>
          <p:sp>
            <p:nvSpPr>
              <p:cNvPr id="6" name="文本框 5"/>
              <p:cNvSpPr txBox="1"/>
              <p:nvPr/>
            </p:nvSpPr>
            <p:spPr>
              <a:xfrm>
                <a:off x="3563888" y="3495936"/>
                <a:ext cx="2088232" cy="2237320"/>
              </a:xfrm>
              <a:prstGeom prst="rect">
                <a:avLst/>
              </a:prstGeom>
              <a:solidFill>
                <a:schemeClr val="bg2"/>
              </a:solidFill>
              <a:ln>
                <a:solidFill>
                  <a:schemeClr val="tx1"/>
                </a:solidFill>
              </a:ln>
            </p:spPr>
            <p:txBody>
              <a:bodyPr wrap="square" rtlCol="0" anchor="ctr" anchorCtr="0">
                <a:noAutofit/>
              </a:bodyPr>
              <a:lstStyle/>
              <a:p>
                <a:pPr algn="l"/>
                <a:r>
                  <a:rPr lang="en-US" altLang="zh-CN" sz="1600" i="0" dirty="0">
                    <a:solidFill>
                      <a:srgbClr val="000000"/>
                    </a:solidFill>
                    <a:latin typeface="楷体" panose="02010609060101010101" pitchFamily="49" charset="-122"/>
                    <a:ea typeface="楷体" panose="02010609060101010101" pitchFamily="49" charset="-122"/>
                  </a:rPr>
                  <a:t>…</a:t>
                </a:r>
                <a:endParaRPr lang="zh-CN" altLang="en-US" sz="1600" i="0" dirty="0">
                  <a:solidFill>
                    <a:srgbClr val="000000"/>
                  </a:solidFill>
                  <a:latin typeface="楷体" panose="02010609060101010101" pitchFamily="49" charset="-122"/>
                  <a:ea typeface="楷体" panose="02010609060101010101" pitchFamily="49" charset="-122"/>
                </a:endParaRPr>
              </a:p>
            </p:txBody>
          </p:sp>
          <p:sp>
            <p:nvSpPr>
              <p:cNvPr id="7" name="文本框 6"/>
              <p:cNvSpPr txBox="1"/>
              <p:nvPr/>
            </p:nvSpPr>
            <p:spPr>
              <a:xfrm>
                <a:off x="3563888" y="1988840"/>
                <a:ext cx="2088232" cy="1507092"/>
              </a:xfrm>
              <a:prstGeom prst="rect">
                <a:avLst/>
              </a:prstGeom>
              <a:solidFill>
                <a:schemeClr val="bg1"/>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en-US" altLang="zh-CN" dirty="0">
                  <a:solidFill>
                    <a:srgbClr val="000000"/>
                  </a:solidFill>
                </a:endParaRPr>
              </a:p>
            </p:txBody>
          </p:sp>
          <p:grpSp>
            <p:nvGrpSpPr>
              <p:cNvPr id="8" name="组合 7"/>
              <p:cNvGrpSpPr/>
              <p:nvPr/>
            </p:nvGrpSpPr>
            <p:grpSpPr>
              <a:xfrm>
                <a:off x="2987522" y="3266336"/>
                <a:ext cx="616067" cy="355654"/>
                <a:chOff x="3175275" y="3236263"/>
                <a:chExt cx="346538" cy="355654"/>
              </a:xfrm>
            </p:grpSpPr>
            <p:sp>
              <p:nvSpPr>
                <p:cNvPr id="26" name="文本框 25"/>
                <p:cNvSpPr txBox="1"/>
                <p:nvPr/>
              </p:nvSpPr>
              <p:spPr>
                <a:xfrm>
                  <a:off x="3175275" y="3236263"/>
                  <a:ext cx="346538" cy="355654"/>
                </a:xfrm>
                <a:prstGeom prst="rect">
                  <a:avLst/>
                </a:prstGeom>
                <a:noFill/>
              </p:spPr>
              <p:txBody>
                <a:bodyPr wrap="square" rtlCol="0">
                  <a:spAutoFit/>
                </a:bodyPr>
                <a:lstStyle/>
                <a:p>
                  <a:pPr algn="l"/>
                  <a:r>
                    <a:rPr lang="en-US" altLang="zh-CN" dirty="0">
                      <a:solidFill>
                        <a:srgbClr val="FF0000"/>
                      </a:solidFill>
                      <a:latin typeface="Cambria Math" panose="02040503050406030204" pitchFamily="18" charset="0"/>
                      <a:ea typeface="Cambria Math" panose="02040503050406030204" pitchFamily="18" charset="0"/>
                    </a:rPr>
                    <a:t>EBP</a:t>
                  </a:r>
                  <a:endParaRPr lang="zh-CN" altLang="en-US" dirty="0">
                    <a:solidFill>
                      <a:srgbClr val="FF0000"/>
                    </a:solidFill>
                    <a:latin typeface="Cambria Math" panose="02040503050406030204" pitchFamily="18" charset="0"/>
                  </a:endParaRPr>
                </a:p>
              </p:txBody>
            </p:sp>
            <p:cxnSp>
              <p:nvCxnSpPr>
                <p:cNvPr id="27" name="直接箭头连接符 26"/>
                <p:cNvCxnSpPr/>
                <p:nvPr/>
              </p:nvCxnSpPr>
              <p:spPr>
                <a:xfrm>
                  <a:off x="3208349" y="3463305"/>
                  <a:ext cx="28353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2987522" y="5453526"/>
                <a:ext cx="621649" cy="355654"/>
                <a:chOff x="2929021" y="4752114"/>
                <a:chExt cx="621649" cy="355654"/>
              </a:xfrm>
            </p:grpSpPr>
            <p:sp>
              <p:nvSpPr>
                <p:cNvPr id="24" name="文本框 23"/>
                <p:cNvSpPr txBox="1"/>
                <p:nvPr/>
              </p:nvSpPr>
              <p:spPr>
                <a:xfrm>
                  <a:off x="2929021" y="4752114"/>
                  <a:ext cx="621649" cy="355654"/>
                </a:xfrm>
                <a:prstGeom prst="rect">
                  <a:avLst/>
                </a:prstGeom>
                <a:noFill/>
              </p:spPr>
              <p:txBody>
                <a:bodyPr wrap="square" rtlCol="0">
                  <a:spAutoFit/>
                </a:bodyPr>
                <a:lstStyle/>
                <a:p>
                  <a:pPr algn="l"/>
                  <a:r>
                    <a:rPr lang="en-US" altLang="zh-CN" dirty="0">
                      <a:solidFill>
                        <a:srgbClr val="000000"/>
                      </a:solidFill>
                      <a:latin typeface="Cambria Math" panose="02040503050406030204" pitchFamily="18" charset="0"/>
                      <a:ea typeface="Cambria Math" panose="02040503050406030204" pitchFamily="18" charset="0"/>
                    </a:rPr>
                    <a:t>ESP</a:t>
                  </a:r>
                  <a:endParaRPr lang="zh-CN" altLang="en-US" dirty="0">
                    <a:solidFill>
                      <a:srgbClr val="000000"/>
                    </a:solidFill>
                    <a:latin typeface="Cambria Math" panose="02040503050406030204" pitchFamily="18" charset="0"/>
                  </a:endParaRPr>
                </a:p>
              </p:txBody>
            </p:sp>
            <p:cxnSp>
              <p:nvCxnSpPr>
                <p:cNvPr id="25" name="直接箭头连接符 24"/>
                <p:cNvCxnSpPr/>
                <p:nvPr/>
              </p:nvCxnSpPr>
              <p:spPr>
                <a:xfrm>
                  <a:off x="2987819" y="496390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3552499" y="3238140"/>
                <a:ext cx="2088232" cy="338554"/>
              </a:xfrm>
              <a:prstGeom prst="rect">
                <a:avLst/>
              </a:prstGeom>
              <a:solidFill>
                <a:srgbClr val="92D05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test() EBP</a:t>
                </a:r>
                <a:r>
                  <a:rPr lang="zh-CN" altLang="en-US" dirty="0">
                    <a:solidFill>
                      <a:srgbClr val="000000"/>
                    </a:solidFill>
                  </a:rPr>
                  <a:t>值</a:t>
                </a:r>
              </a:p>
            </p:txBody>
          </p:sp>
          <p:sp>
            <p:nvSpPr>
              <p:cNvPr id="11" name="文本框 10"/>
              <p:cNvSpPr txBox="1"/>
              <p:nvPr/>
            </p:nvSpPr>
            <p:spPr>
              <a:xfrm>
                <a:off x="3554381" y="391494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[31-28]</a:t>
                </a:r>
                <a:endParaRPr lang="zh-CN" altLang="en-US" dirty="0">
                  <a:solidFill>
                    <a:srgbClr val="000000"/>
                  </a:solidFill>
                </a:endParaRPr>
              </a:p>
            </p:txBody>
          </p:sp>
          <p:sp>
            <p:nvSpPr>
              <p:cNvPr id="12" name="文本框 11"/>
              <p:cNvSpPr txBox="1"/>
              <p:nvPr/>
            </p:nvSpPr>
            <p:spPr>
              <a:xfrm>
                <a:off x="3554381" y="422079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[27-24]</a:t>
                </a:r>
                <a:endParaRPr lang="zh-CN" altLang="en-US" dirty="0">
                  <a:solidFill>
                    <a:srgbClr val="000000"/>
                  </a:solidFill>
                </a:endParaRPr>
              </a:p>
            </p:txBody>
          </p:sp>
          <p:sp>
            <p:nvSpPr>
              <p:cNvPr id="13" name="文本框 12"/>
              <p:cNvSpPr txBox="1"/>
              <p:nvPr/>
            </p:nvSpPr>
            <p:spPr>
              <a:xfrm>
                <a:off x="3554381" y="4558799"/>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a:t>
                </a:r>
                <a:endParaRPr lang="zh-CN" altLang="en-US" dirty="0">
                  <a:solidFill>
                    <a:srgbClr val="000000"/>
                  </a:solidFill>
                </a:endParaRPr>
              </a:p>
            </p:txBody>
          </p:sp>
          <p:sp>
            <p:nvSpPr>
              <p:cNvPr id="14" name="文本框 13"/>
              <p:cNvSpPr txBox="1"/>
              <p:nvPr/>
            </p:nvSpPr>
            <p:spPr>
              <a:xfrm>
                <a:off x="3554381" y="4884723"/>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rgbClr val="000000"/>
                    </a:solidFill>
                    <a:latin typeface="楷体" panose="02010609060101010101" pitchFamily="49" charset="-122"/>
                    <a:ea typeface="楷体" panose="02010609060101010101" pitchFamily="49" charset="-122"/>
                  </a:defRPr>
                </a:lvl1pPr>
              </a:lstStyle>
              <a:p>
                <a:pPr algn="l"/>
                <a:r>
                  <a:rPr lang="en-US" altLang="zh-CN" dirty="0" err="1"/>
                  <a:t>buf</a:t>
                </a:r>
                <a:r>
                  <a:rPr lang="en-US" altLang="zh-CN" dirty="0"/>
                  <a:t>[03-00]</a:t>
                </a:r>
                <a:endParaRPr lang="zh-CN" altLang="en-US" dirty="0"/>
              </a:p>
            </p:txBody>
          </p:sp>
          <p:grpSp>
            <p:nvGrpSpPr>
              <p:cNvPr id="15" name="组合 14"/>
              <p:cNvGrpSpPr/>
              <p:nvPr/>
            </p:nvGrpSpPr>
            <p:grpSpPr>
              <a:xfrm>
                <a:off x="5733870" y="3247035"/>
                <a:ext cx="911148" cy="1964851"/>
                <a:chOff x="7966118" y="1786263"/>
                <a:chExt cx="911148" cy="3194210"/>
              </a:xfrm>
            </p:grpSpPr>
            <p:sp>
              <p:nvSpPr>
                <p:cNvPr id="22" name="右大括号 21"/>
                <p:cNvSpPr/>
                <p:nvPr/>
              </p:nvSpPr>
              <p:spPr>
                <a:xfrm>
                  <a:off x="7966118" y="1786263"/>
                  <a:ext cx="114118" cy="3194210"/>
                </a:xfrm>
                <a:prstGeom prst="rightBrace">
                  <a:avLst/>
                </a:prstGeom>
                <a:ln>
                  <a:solidFill>
                    <a:srgbClr val="0D7157"/>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23" name="文本框 22"/>
                <p:cNvSpPr txBox="1"/>
                <p:nvPr/>
              </p:nvSpPr>
              <p:spPr>
                <a:xfrm>
                  <a:off x="8080236" y="2825382"/>
                  <a:ext cx="797030" cy="819083"/>
                </a:xfrm>
                <a:prstGeom prst="rect">
                  <a:avLst/>
                </a:prstGeom>
                <a:solidFill>
                  <a:srgbClr val="86BC64"/>
                </a:solidFill>
                <a:ln>
                  <a:solidFill>
                    <a:schemeClr val="tx1"/>
                  </a:solidFill>
                </a:ln>
              </p:spPr>
              <p:txBody>
                <a:bodyPr wrap="square" rtlCol="0">
                  <a:spAutoFit/>
                </a:bodyPr>
                <a:lstStyle/>
                <a:p>
                  <a:pPr algn="l"/>
                  <a:r>
                    <a:rPr lang="en-US" altLang="zh-CN" sz="1400" i="0" dirty="0" err="1">
                      <a:solidFill>
                        <a:srgbClr val="000000"/>
                      </a:solidFill>
                      <a:latin typeface="楷体" panose="02010609060101010101" pitchFamily="49" charset="-122"/>
                      <a:ea typeface="楷体" panose="02010609060101010101" pitchFamily="49" charset="-122"/>
                    </a:rPr>
                    <a:t>Getbuf</a:t>
                  </a:r>
                  <a:r>
                    <a:rPr lang="zh-CN" altLang="en-US" sz="1400" i="0" dirty="0">
                      <a:solidFill>
                        <a:srgbClr val="000000"/>
                      </a:solidFill>
                      <a:latin typeface="楷体" panose="02010609060101010101" pitchFamily="49" charset="-122"/>
                      <a:ea typeface="楷体" panose="02010609060101010101" pitchFamily="49" charset="-122"/>
                    </a:rPr>
                    <a:t>栈帧</a:t>
                  </a:r>
                </a:p>
              </p:txBody>
            </p:sp>
          </p:grpSp>
          <p:sp>
            <p:nvSpPr>
              <p:cNvPr id="16" name="文本框 15"/>
              <p:cNvSpPr txBox="1"/>
              <p:nvPr/>
            </p:nvSpPr>
            <p:spPr>
              <a:xfrm>
                <a:off x="3556264" y="2908481"/>
                <a:ext cx="2084621"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返回地址</a:t>
                </a:r>
              </a:p>
            </p:txBody>
          </p:sp>
          <p:sp>
            <p:nvSpPr>
              <p:cNvPr id="17" name="文本框 16"/>
              <p:cNvSpPr txBox="1"/>
              <p:nvPr/>
            </p:nvSpPr>
            <p:spPr>
              <a:xfrm>
                <a:off x="3556265" y="2585163"/>
                <a:ext cx="2084620"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sp>
            <p:nvSpPr>
              <p:cNvPr id="18" name="文本框 17"/>
              <p:cNvSpPr txBox="1"/>
              <p:nvPr/>
            </p:nvSpPr>
            <p:spPr>
              <a:xfrm>
                <a:off x="3556264" y="2258674"/>
                <a:ext cx="2084467"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grpSp>
            <p:nvGrpSpPr>
              <p:cNvPr id="19" name="组合 18"/>
              <p:cNvGrpSpPr/>
              <p:nvPr/>
            </p:nvGrpSpPr>
            <p:grpSpPr>
              <a:xfrm>
                <a:off x="5733870" y="1988835"/>
                <a:ext cx="881488" cy="1258200"/>
                <a:chOff x="7980514" y="2383322"/>
                <a:chExt cx="881488" cy="2045425"/>
              </a:xfrm>
              <a:solidFill>
                <a:srgbClr val="FFC000"/>
              </a:solidFill>
            </p:grpSpPr>
            <p:sp>
              <p:nvSpPr>
                <p:cNvPr id="20" name="右大括号 19"/>
                <p:cNvSpPr/>
                <p:nvPr/>
              </p:nvSpPr>
              <p:spPr>
                <a:xfrm>
                  <a:off x="7980514" y="2383322"/>
                  <a:ext cx="72009" cy="2045425"/>
                </a:xfrm>
                <a:prstGeom prst="rightBrace">
                  <a:avLst/>
                </a:prstGeom>
                <a:noFill/>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21" name="文本框 20"/>
                <p:cNvSpPr txBox="1"/>
                <p:nvPr/>
              </p:nvSpPr>
              <p:spPr>
                <a:xfrm>
                  <a:off x="8064972" y="3218404"/>
                  <a:ext cx="797030" cy="819084"/>
                </a:xfrm>
                <a:prstGeom prst="rect">
                  <a:avLst/>
                </a:prstGeom>
                <a:grpFill/>
                <a:ln>
                  <a:solidFill>
                    <a:schemeClr val="tx1"/>
                  </a:solidFill>
                </a:ln>
              </p:spPr>
              <p:txBody>
                <a:bodyPr wrap="square" rtlCol="0">
                  <a:spAutoFit/>
                </a:bodyPr>
                <a:lstStyle/>
                <a:p>
                  <a:pPr algn="l"/>
                  <a:r>
                    <a:rPr lang="en-US" altLang="zh-CN" sz="1400" i="0" dirty="0">
                      <a:solidFill>
                        <a:srgbClr val="000000"/>
                      </a:solidFill>
                      <a:latin typeface="楷体" panose="02010609060101010101" pitchFamily="49" charset="-122"/>
                      <a:ea typeface="楷体" panose="02010609060101010101" pitchFamily="49" charset="-122"/>
                    </a:rPr>
                    <a:t>Test</a:t>
                  </a:r>
                </a:p>
                <a:p>
                  <a:pPr algn="l"/>
                  <a:r>
                    <a:rPr lang="zh-CN" altLang="en-US" sz="1400" i="0" dirty="0">
                      <a:solidFill>
                        <a:srgbClr val="000000"/>
                      </a:solidFill>
                      <a:latin typeface="楷体" panose="02010609060101010101" pitchFamily="49" charset="-122"/>
                      <a:ea typeface="楷体" panose="02010609060101010101" pitchFamily="49" charset="-122"/>
                    </a:rPr>
                    <a:t>栈帧</a:t>
                  </a:r>
                </a:p>
              </p:txBody>
            </p:sp>
          </p:grpSp>
        </p:gr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2740" y="3522961"/>
              <a:ext cx="221297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8" name="矩形 27"/>
          <p:cNvSpPr/>
          <p:nvPr/>
        </p:nvSpPr>
        <p:spPr>
          <a:xfrm>
            <a:off x="7007836" y="1591057"/>
            <a:ext cx="652816" cy="4200556"/>
          </a:xfrm>
          <a:prstGeom prst="rect">
            <a:avLst/>
          </a:prstGeom>
          <a:pattFill prst="lgCheck">
            <a:fgClr>
              <a:srgbClr val="66FF66"/>
            </a:fgClr>
            <a:bgClr>
              <a:schemeClr val="bg1"/>
            </a:bgClr>
          </a:pattFill>
        </p:spPr>
        <p:txBody>
          <a:bodyPr vert="eaVert" wrap="square" anchor="ctr" anchorCtr="0">
            <a:noAutofit/>
          </a:bodyPr>
          <a:lstStyle/>
          <a:p>
            <a:pPr algn="ctr"/>
            <a:r>
              <a:rPr lang="zh-CN" altLang="zh-CN" sz="1400" b="1" i="0" dirty="0">
                <a:solidFill>
                  <a:srgbClr val="FF0000"/>
                </a:solidFill>
                <a:latin typeface="微软雅黑" panose="020B0503020204020204" pitchFamily="34" charset="-122"/>
                <a:ea typeface="微软雅黑" panose="020B0503020204020204" pitchFamily="34" charset="-122"/>
              </a:rPr>
              <a:t>攻</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击</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字</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符</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串</a:t>
            </a:r>
            <a:endParaRPr lang="zh-CN" altLang="en-US" sz="1400" i="0" dirty="0">
              <a:solidFill>
                <a:srgbClr val="FF0000"/>
              </a:solidFill>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E19BFAD3-AB8A-43D9-B133-3A5B03B9AD33}"/>
              </a:ext>
            </a:extLst>
          </p:cNvPr>
          <p:cNvSpPr txBox="1"/>
          <p:nvPr/>
        </p:nvSpPr>
        <p:spPr>
          <a:xfrm>
            <a:off x="611561" y="2767104"/>
            <a:ext cx="3379528" cy="2954655"/>
          </a:xfrm>
          <a:prstGeom prst="rect">
            <a:avLst/>
          </a:prstGeom>
          <a:noFill/>
        </p:spPr>
        <p:txBody>
          <a:bodyPr wrap="square" rtlCol="0">
            <a:spAutoFit/>
          </a:bodyPr>
          <a:lstStyle/>
          <a:p>
            <a:pPr algn="l"/>
            <a:r>
              <a:rPr lang="zh-CN" altLang="en-US" sz="2400" b="1" i="0" dirty="0">
                <a:solidFill>
                  <a:srgbClr val="00B050"/>
                </a:solidFill>
                <a:latin typeface="+mn-ea"/>
                <a:ea typeface="+mn-ea"/>
              </a:rPr>
              <a:t>本次实验就是有效利用缓冲区溢出后会覆盖栈帧中有关函数调用信息的现象，</a:t>
            </a:r>
            <a:r>
              <a:rPr lang="zh-CN" altLang="zh-CN" sz="2400" b="1" i="0" dirty="0">
                <a:solidFill>
                  <a:srgbClr val="FF0000"/>
                </a:solidFill>
                <a:latin typeface="+mn-ea"/>
                <a:ea typeface="+mn-ea"/>
              </a:rPr>
              <a:t>设计</a:t>
            </a:r>
            <a:r>
              <a:rPr lang="zh-CN" altLang="en-US" sz="2400" b="1" i="0" dirty="0">
                <a:solidFill>
                  <a:srgbClr val="00B050"/>
                </a:solidFill>
                <a:latin typeface="+mn-ea"/>
                <a:ea typeface="+mn-ea"/>
              </a:rPr>
              <a:t>输入的</a:t>
            </a:r>
            <a:r>
              <a:rPr lang="zh-CN" altLang="zh-CN" sz="2400" b="1" i="0" dirty="0">
                <a:solidFill>
                  <a:srgbClr val="00B050"/>
                </a:solidFill>
                <a:latin typeface="+mn-ea"/>
                <a:ea typeface="+mn-ea"/>
              </a:rPr>
              <a:t>字符串，有意造成缓冲区溢出，使</a:t>
            </a:r>
            <a:r>
              <a:rPr lang="en-US" altLang="zh-CN" sz="2400" b="1" i="0" dirty="0" err="1">
                <a:solidFill>
                  <a:srgbClr val="00B050"/>
                </a:solidFill>
                <a:latin typeface="+mn-ea"/>
                <a:ea typeface="+mn-ea"/>
              </a:rPr>
              <a:t>bufbomb</a:t>
            </a:r>
            <a:r>
              <a:rPr lang="zh-CN" altLang="zh-CN" sz="2400" b="1" i="0" dirty="0">
                <a:solidFill>
                  <a:srgbClr val="00B050"/>
                </a:solidFill>
                <a:latin typeface="+mn-ea"/>
                <a:ea typeface="+mn-ea"/>
              </a:rPr>
              <a:t>程序完成一些有趣的事情。</a:t>
            </a:r>
            <a:endParaRPr lang="en-US" altLang="zh-CN" sz="2400" b="1" i="0" dirty="0">
              <a:solidFill>
                <a:srgbClr val="00B050"/>
              </a:solidFill>
              <a:latin typeface="+mn-ea"/>
              <a:ea typeface="+mn-ea"/>
            </a:endParaRPr>
          </a:p>
          <a:p>
            <a:pPr algn="l"/>
            <a:endParaRPr lang="zh-CN" altLang="en-US" b="1" i="0" dirty="0">
              <a:solidFill>
                <a:srgbClr val="00B050"/>
              </a:solidFill>
              <a:latin typeface="+mn-ea"/>
              <a:ea typeface="+mn-ea"/>
            </a:endParaRPr>
          </a:p>
        </p:txBody>
      </p:sp>
      <p:sp>
        <p:nvSpPr>
          <p:cNvPr id="32" name="灯片编号占位符 31">
            <a:extLst>
              <a:ext uri="{FF2B5EF4-FFF2-40B4-BE49-F238E27FC236}">
                <a16:creationId xmlns:a16="http://schemas.microsoft.com/office/drawing/2014/main" id="{B995DE39-096D-2DA2-7537-308094A0D3AC}"/>
              </a:ext>
            </a:extLst>
          </p:cNvPr>
          <p:cNvSpPr>
            <a:spLocks noGrp="1"/>
          </p:cNvSpPr>
          <p:nvPr>
            <p:ph type="sldNum" sz="quarter" idx="12"/>
          </p:nvPr>
        </p:nvSpPr>
        <p:spPr/>
        <p:txBody>
          <a:bodyPr/>
          <a:lstStyle/>
          <a:p>
            <a:fld id="{687D7A59-36E2-48B9-B146-C1E59501F63F}" type="slidenum">
              <a:rPr lang="en-US" smtClean="0"/>
              <a:pPr/>
              <a:t>11</a:t>
            </a:fld>
            <a:endParaRPr lang="en-US"/>
          </a:p>
        </p:txBody>
      </p:sp>
    </p:spTree>
    <p:extLst>
      <p:ext uri="{BB962C8B-B14F-4D97-AF65-F5344CB8AC3E}">
        <p14:creationId xmlns:p14="http://schemas.microsoft.com/office/powerpoint/2010/main" val="3987930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down)">
                                      <p:cBhvr>
                                        <p:cTn id="7"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591056"/>
            <a:ext cx="8640960" cy="4862280"/>
          </a:xfrm>
        </p:spPr>
        <p:txBody>
          <a:bodyPr>
            <a:normAutofit/>
          </a:bodyPr>
          <a:lstStyle/>
          <a:p>
            <a:r>
              <a:rPr lang="en-US" altLang="zh-CN" sz="2800" dirty="0"/>
              <a:t>0</a:t>
            </a:r>
            <a:r>
              <a:rPr lang="zh-CN" altLang="en-US" sz="2800" dirty="0"/>
              <a:t>、解压缩实验包（注意</a:t>
            </a:r>
            <a:r>
              <a:rPr lang="zh-CN" altLang="en-US" sz="2800" b="1" dirty="0">
                <a:solidFill>
                  <a:srgbClr val="FF0000"/>
                </a:solidFill>
              </a:rPr>
              <a:t>在</a:t>
            </a:r>
            <a:r>
              <a:rPr lang="en-US" altLang="zh-CN" sz="2800" b="1" dirty="0" err="1">
                <a:solidFill>
                  <a:srgbClr val="FF0000"/>
                </a:solidFill>
              </a:rPr>
              <a:t>linux</a:t>
            </a:r>
            <a:r>
              <a:rPr lang="zh-CN" altLang="en-US" sz="2800" b="1" dirty="0">
                <a:solidFill>
                  <a:srgbClr val="FF0000"/>
                </a:solidFill>
              </a:rPr>
              <a:t>下解压缩</a:t>
            </a:r>
            <a:r>
              <a:rPr lang="zh-CN" altLang="en-US" sz="2800" dirty="0"/>
              <a:t>）</a:t>
            </a:r>
            <a:endParaRPr lang="en-US" altLang="zh-CN" sz="2800" dirty="0"/>
          </a:p>
          <a:p>
            <a:r>
              <a:rPr lang="en-US" altLang="zh-CN" sz="2800" dirty="0"/>
              <a:t>1</a:t>
            </a:r>
            <a:r>
              <a:rPr lang="zh-CN" altLang="en-US" sz="2800" dirty="0"/>
              <a:t>、反汇编</a:t>
            </a:r>
            <a:r>
              <a:rPr lang="en-US" altLang="zh-CN" sz="2800" dirty="0" err="1"/>
              <a:t>bufbomb</a:t>
            </a:r>
            <a:endParaRPr lang="en-US" altLang="zh-CN" sz="2800" dirty="0"/>
          </a:p>
          <a:p>
            <a:pPr marL="0" indent="0">
              <a:buNone/>
            </a:pPr>
            <a:r>
              <a:rPr lang="en-US" altLang="zh-CN" sz="2800" dirty="0"/>
              <a:t>            </a:t>
            </a:r>
            <a:r>
              <a:rPr lang="en-US" altLang="zh-CN" sz="2800" i="1" dirty="0">
                <a:solidFill>
                  <a:srgbClr val="0000FF"/>
                </a:solidFill>
              </a:rPr>
              <a:t>$ </a:t>
            </a:r>
            <a:r>
              <a:rPr lang="en-US" altLang="zh-CN" sz="2800" i="1" dirty="0" err="1">
                <a:solidFill>
                  <a:srgbClr val="0000FF"/>
                </a:solidFill>
              </a:rPr>
              <a:t>objdump</a:t>
            </a:r>
            <a:r>
              <a:rPr lang="en-US" altLang="zh-CN" sz="2800" i="1" dirty="0">
                <a:solidFill>
                  <a:srgbClr val="0000FF"/>
                </a:solidFill>
              </a:rPr>
              <a:t>  –d  </a:t>
            </a:r>
            <a:r>
              <a:rPr lang="en-US" altLang="zh-CN" sz="2800" i="1" dirty="0" err="1">
                <a:solidFill>
                  <a:srgbClr val="0000FF"/>
                </a:solidFill>
              </a:rPr>
              <a:t>bufbomb</a:t>
            </a:r>
            <a:r>
              <a:rPr lang="en-US" altLang="zh-CN" sz="2800" i="1" dirty="0">
                <a:solidFill>
                  <a:srgbClr val="0000FF"/>
                </a:solidFill>
              </a:rPr>
              <a:t> &gt;</a:t>
            </a:r>
            <a:r>
              <a:rPr lang="zh-CN" altLang="en-US" sz="2800" i="1" dirty="0">
                <a:solidFill>
                  <a:srgbClr val="00B050"/>
                </a:solidFill>
              </a:rPr>
              <a:t>文件名       </a:t>
            </a:r>
            <a:endParaRPr lang="en-US" altLang="zh-CN" sz="2800" i="1" dirty="0">
              <a:solidFill>
                <a:srgbClr val="00B050"/>
              </a:solidFill>
            </a:endParaRPr>
          </a:p>
          <a:p>
            <a:pPr marL="274320" lvl="1"/>
            <a:r>
              <a:rPr lang="en-US" altLang="zh-CN" sz="2800" dirty="0"/>
              <a:t>3</a:t>
            </a:r>
            <a:r>
              <a:rPr lang="zh-CN" altLang="en-US" sz="2800" dirty="0"/>
              <a:t>、分析</a:t>
            </a:r>
            <a:r>
              <a:rPr lang="en-US" altLang="zh-CN" sz="2800" dirty="0" err="1"/>
              <a:t>bufbomb</a:t>
            </a:r>
            <a:r>
              <a:rPr lang="zh-CN" altLang="en-US" sz="2800" dirty="0"/>
              <a:t>反汇编代码结合</a:t>
            </a:r>
            <a:r>
              <a:rPr lang="en-US" altLang="zh-CN" sz="2800" dirty="0" err="1"/>
              <a:t>gdb</a:t>
            </a:r>
            <a:r>
              <a:rPr lang="zh-CN" altLang="en-US" sz="2800" dirty="0"/>
              <a:t>跟踪执行，构造攻击字符串。</a:t>
            </a:r>
            <a:endParaRPr lang="en-US" altLang="zh-CN" sz="2800" dirty="0"/>
          </a:p>
          <a:p>
            <a:pPr marL="274320" lvl="1"/>
            <a:r>
              <a:rPr lang="en-US" altLang="zh-CN" sz="2800" dirty="0"/>
              <a:t>4</a:t>
            </a:r>
            <a:r>
              <a:rPr lang="zh-CN" altLang="en-US" sz="2800" dirty="0"/>
              <a:t>、运行</a:t>
            </a:r>
            <a:r>
              <a:rPr lang="en-US" altLang="zh-CN" sz="2800" dirty="0" err="1"/>
              <a:t>bufbomb</a:t>
            </a:r>
            <a:r>
              <a:rPr lang="zh-CN" altLang="en-US" sz="2800" dirty="0"/>
              <a:t>，输入攻击字符串，对</a:t>
            </a:r>
            <a:r>
              <a:rPr lang="en-US" altLang="zh-CN" sz="2800" dirty="0" err="1"/>
              <a:t>bufbomb</a:t>
            </a:r>
            <a:r>
              <a:rPr lang="zh-CN" altLang="en-US" sz="2800" dirty="0"/>
              <a:t>实施缓冲区溢出攻击。</a:t>
            </a:r>
            <a:endParaRPr lang="en-US" altLang="zh-CN" sz="2800" dirty="0"/>
          </a:p>
        </p:txBody>
      </p:sp>
      <p:sp>
        <p:nvSpPr>
          <p:cNvPr id="3" name="标题 2"/>
          <p:cNvSpPr>
            <a:spLocks noGrp="1"/>
          </p:cNvSpPr>
          <p:nvPr>
            <p:ph type="title"/>
          </p:nvPr>
        </p:nvSpPr>
        <p:spPr>
          <a:xfrm>
            <a:off x="457200" y="116632"/>
            <a:ext cx="8229600" cy="1252728"/>
          </a:xfrm>
        </p:spPr>
        <p:txBody>
          <a:bodyPr/>
          <a:lstStyle/>
          <a:p>
            <a:r>
              <a:rPr lang="zh-CN" altLang="en-US" dirty="0"/>
              <a:t>实验流程</a:t>
            </a:r>
          </a:p>
        </p:txBody>
      </p:sp>
      <p:sp>
        <p:nvSpPr>
          <p:cNvPr id="8" name="灯片编号占位符 7">
            <a:extLst>
              <a:ext uri="{FF2B5EF4-FFF2-40B4-BE49-F238E27FC236}">
                <a16:creationId xmlns:a16="http://schemas.microsoft.com/office/drawing/2014/main" id="{49AC22F1-B4C4-786C-3702-1741434E3CC0}"/>
              </a:ext>
            </a:extLst>
          </p:cNvPr>
          <p:cNvSpPr>
            <a:spLocks noGrp="1"/>
          </p:cNvSpPr>
          <p:nvPr>
            <p:ph type="sldNum" sz="quarter" idx="12"/>
          </p:nvPr>
        </p:nvSpPr>
        <p:spPr/>
        <p:txBody>
          <a:bodyPr/>
          <a:lstStyle/>
          <a:p>
            <a:fld id="{687D7A59-36E2-48B9-B146-C1E59501F63F}" type="slidenum">
              <a:rPr lang="en-US" smtClean="0"/>
              <a:pPr/>
              <a:t>12</a:t>
            </a:fld>
            <a:endParaRPr lang="en-US"/>
          </a:p>
        </p:txBody>
      </p:sp>
    </p:spTree>
    <p:extLst>
      <p:ext uri="{BB962C8B-B14F-4D97-AF65-F5344CB8AC3E}">
        <p14:creationId xmlns:p14="http://schemas.microsoft.com/office/powerpoint/2010/main" val="2216530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1" y="119257"/>
            <a:ext cx="8229600" cy="1252728"/>
          </a:xfrm>
        </p:spPr>
        <p:txBody>
          <a:bodyPr/>
          <a:lstStyle/>
          <a:p>
            <a:r>
              <a:rPr lang="zh-CN" altLang="en-US" dirty="0"/>
              <a:t>任务</a:t>
            </a:r>
            <a:r>
              <a:rPr lang="en-US" altLang="zh-CN" dirty="0"/>
              <a:t>1</a:t>
            </a:r>
            <a:r>
              <a:rPr lang="zh-CN" altLang="en-US" dirty="0"/>
              <a:t>：</a:t>
            </a:r>
            <a:r>
              <a:rPr lang="en-US" altLang="zh-CN" dirty="0"/>
              <a:t>Smoke</a:t>
            </a:r>
            <a:endParaRPr lang="zh-CN" altLang="en-US" dirty="0"/>
          </a:p>
        </p:txBody>
      </p:sp>
      <p:sp>
        <p:nvSpPr>
          <p:cNvPr id="8" name="文本框 7">
            <a:extLst>
              <a:ext uri="{FF2B5EF4-FFF2-40B4-BE49-F238E27FC236}">
                <a16:creationId xmlns:a16="http://schemas.microsoft.com/office/drawing/2014/main" id="{F9271805-BE2E-4389-8120-82EFFCEF60F4}"/>
              </a:ext>
            </a:extLst>
          </p:cNvPr>
          <p:cNvSpPr txBox="1"/>
          <p:nvPr/>
        </p:nvSpPr>
        <p:spPr>
          <a:xfrm>
            <a:off x="287522" y="2348880"/>
            <a:ext cx="8568953" cy="523220"/>
          </a:xfrm>
          <a:prstGeom prst="rect">
            <a:avLst/>
          </a:prstGeom>
          <a:noFill/>
        </p:spPr>
        <p:txBody>
          <a:bodyPr wrap="square" rtlCol="0">
            <a:spAutoFit/>
          </a:bodyPr>
          <a:lstStyle/>
          <a:p>
            <a:pPr marL="274320" indent="-274320" algn="l">
              <a:spcBef>
                <a:spcPct val="20000"/>
              </a:spcBef>
              <a:buClr>
                <a:schemeClr val="accent1"/>
              </a:buClr>
              <a:buSzPct val="100000"/>
              <a:buFont typeface="Symbol" pitchFamily="18" charset="2"/>
              <a:buChar char=""/>
            </a:pPr>
            <a:r>
              <a:rPr lang="zh-CN" altLang="en-US" sz="2800" i="0" dirty="0">
                <a:solidFill>
                  <a:schemeClr val="tx2"/>
                </a:solidFill>
                <a:latin typeface="+mn-lt"/>
                <a:ea typeface="+mn-ea"/>
              </a:rPr>
              <a:t>目标：使</a:t>
            </a:r>
            <a:r>
              <a:rPr lang="en-US" altLang="zh-CN" sz="2800" i="0" dirty="0" err="1">
                <a:solidFill>
                  <a:schemeClr val="tx2"/>
                </a:solidFill>
                <a:latin typeface="+mn-lt"/>
                <a:ea typeface="+mn-ea"/>
              </a:rPr>
              <a:t>bufbomb</a:t>
            </a:r>
            <a:r>
              <a:rPr lang="zh-CN" altLang="en-US" sz="2800" i="0" dirty="0">
                <a:solidFill>
                  <a:schemeClr val="tx2"/>
                </a:solidFill>
                <a:latin typeface="+mn-lt"/>
                <a:ea typeface="+mn-ea"/>
              </a:rPr>
              <a:t>调用</a:t>
            </a:r>
            <a:r>
              <a:rPr lang="en-US" altLang="zh-CN" sz="2800" i="0" dirty="0">
                <a:solidFill>
                  <a:srgbClr val="FF0000"/>
                </a:solidFill>
                <a:latin typeface="+mn-lt"/>
                <a:ea typeface="+mn-ea"/>
              </a:rPr>
              <a:t>smoke</a:t>
            </a:r>
            <a:r>
              <a:rPr lang="zh-CN" altLang="en-US" sz="2800" i="0" dirty="0">
                <a:solidFill>
                  <a:srgbClr val="FF0000"/>
                </a:solidFill>
                <a:latin typeface="+mn-lt"/>
                <a:ea typeface="+mn-ea"/>
              </a:rPr>
              <a:t>函数</a:t>
            </a:r>
            <a:r>
              <a:rPr lang="zh-CN" altLang="en-US" sz="2800" i="0" dirty="0">
                <a:solidFill>
                  <a:schemeClr val="tx2"/>
                </a:solidFill>
                <a:latin typeface="+mn-lt"/>
                <a:ea typeface="+mn-ea"/>
              </a:rPr>
              <a:t>。</a:t>
            </a:r>
            <a:endParaRPr lang="en-US" altLang="zh-CN" sz="2800" i="0" dirty="0">
              <a:solidFill>
                <a:schemeClr val="tx2"/>
              </a:solidFill>
              <a:latin typeface="+mn-lt"/>
              <a:ea typeface="+mn-ea"/>
            </a:endParaRPr>
          </a:p>
        </p:txBody>
      </p:sp>
      <p:pic>
        <p:nvPicPr>
          <p:cNvPr id="5" name="图片 4">
            <a:extLst>
              <a:ext uri="{FF2B5EF4-FFF2-40B4-BE49-F238E27FC236}">
                <a16:creationId xmlns:a16="http://schemas.microsoft.com/office/drawing/2014/main" id="{26F13002-CDB1-A9E5-8AA6-E9F811163215}"/>
              </a:ext>
            </a:extLst>
          </p:cNvPr>
          <p:cNvPicPr>
            <a:picLocks noChangeAspect="1"/>
          </p:cNvPicPr>
          <p:nvPr/>
        </p:nvPicPr>
        <p:blipFill>
          <a:blip r:embed="rId2"/>
          <a:stretch>
            <a:fillRect/>
          </a:stretch>
        </p:blipFill>
        <p:spPr>
          <a:xfrm>
            <a:off x="551269" y="3224112"/>
            <a:ext cx="8041461" cy="2531689"/>
          </a:xfrm>
          <a:prstGeom prst="rect">
            <a:avLst/>
          </a:prstGeom>
        </p:spPr>
      </p:pic>
      <p:sp>
        <p:nvSpPr>
          <p:cNvPr id="9" name="灯片编号占位符 8">
            <a:extLst>
              <a:ext uri="{FF2B5EF4-FFF2-40B4-BE49-F238E27FC236}">
                <a16:creationId xmlns:a16="http://schemas.microsoft.com/office/drawing/2014/main" id="{EB7E3F8D-A9E6-8685-AA13-B7495A113603}"/>
              </a:ext>
            </a:extLst>
          </p:cNvPr>
          <p:cNvSpPr>
            <a:spLocks noGrp="1"/>
          </p:cNvSpPr>
          <p:nvPr>
            <p:ph type="sldNum" sz="quarter" idx="12"/>
          </p:nvPr>
        </p:nvSpPr>
        <p:spPr/>
        <p:txBody>
          <a:bodyPr/>
          <a:lstStyle/>
          <a:p>
            <a:fld id="{687D7A59-36E2-48B9-B146-C1E59501F63F}" type="slidenum">
              <a:rPr lang="en-US" smtClean="0"/>
              <a:pPr/>
              <a:t>13</a:t>
            </a:fld>
            <a:endParaRPr lang="en-US"/>
          </a:p>
        </p:txBody>
      </p:sp>
    </p:spTree>
    <p:extLst>
      <p:ext uri="{BB962C8B-B14F-4D97-AF65-F5344CB8AC3E}">
        <p14:creationId xmlns:p14="http://schemas.microsoft.com/office/powerpoint/2010/main" val="4074461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Smoke</a:t>
            </a:r>
            <a:r>
              <a:rPr lang="zh-CN" altLang="en-US" dirty="0"/>
              <a:t>攻击原理</a:t>
            </a:r>
          </a:p>
        </p:txBody>
      </p:sp>
      <p:sp>
        <p:nvSpPr>
          <p:cNvPr id="4" name="灯片编号占位符 3"/>
          <p:cNvSpPr>
            <a:spLocks noGrp="1"/>
          </p:cNvSpPr>
          <p:nvPr>
            <p:ph type="sldNum" sz="quarter" idx="4294967295"/>
          </p:nvPr>
        </p:nvSpPr>
        <p:spPr>
          <a:xfrm>
            <a:off x="1735689" y="6237312"/>
            <a:ext cx="1161826" cy="365125"/>
          </a:xfrm>
        </p:spPr>
        <p:txBody>
          <a:bodyPr/>
          <a:lstStyle/>
          <a:p>
            <a:pPr>
              <a:defRPr/>
            </a:pPr>
            <a:r>
              <a:rPr lang="en-US" altLang="zh-CN" sz="1400">
                <a:solidFill>
                  <a:srgbClr val="0D7157"/>
                </a:solidFill>
              </a:rPr>
              <a:t> -</a:t>
            </a:r>
            <a:fld id="{01D71506-0713-46DD-9483-17E15EDE737E}" type="slidenum">
              <a:rPr lang="en-US" altLang="zh-CN" sz="1400" smtClean="0">
                <a:solidFill>
                  <a:srgbClr val="0D7157"/>
                </a:solidFill>
              </a:rPr>
              <a:pPr>
                <a:defRPr/>
              </a:pPr>
              <a:t>14</a:t>
            </a:fld>
            <a:r>
              <a:rPr lang="en-US" altLang="zh-CN" sz="1400">
                <a:solidFill>
                  <a:srgbClr val="0D7157"/>
                </a:solidFill>
              </a:rPr>
              <a:t>- </a:t>
            </a:r>
            <a:endParaRPr lang="en-US" altLang="zh-CN" sz="1400" dirty="0">
              <a:solidFill>
                <a:srgbClr val="0D7157"/>
              </a:solidFill>
            </a:endParaRPr>
          </a:p>
        </p:txBody>
      </p:sp>
      <p:grpSp>
        <p:nvGrpSpPr>
          <p:cNvPr id="32" name="组合 31">
            <a:extLst>
              <a:ext uri="{FF2B5EF4-FFF2-40B4-BE49-F238E27FC236}">
                <a16:creationId xmlns:a16="http://schemas.microsoft.com/office/drawing/2014/main" id="{11157539-1B9D-4F28-A3F4-C16E231BFF69}"/>
              </a:ext>
            </a:extLst>
          </p:cNvPr>
          <p:cNvGrpSpPr/>
          <p:nvPr/>
        </p:nvGrpSpPr>
        <p:grpSpPr>
          <a:xfrm>
            <a:off x="451908" y="1494400"/>
            <a:ext cx="3798163" cy="5216233"/>
            <a:chOff x="4888637" y="1361525"/>
            <a:chExt cx="3798163" cy="5216233"/>
          </a:xfrm>
        </p:grpSpPr>
        <p:grpSp>
          <p:nvGrpSpPr>
            <p:cNvPr id="33" name="组合 32">
              <a:extLst>
                <a:ext uri="{FF2B5EF4-FFF2-40B4-BE49-F238E27FC236}">
                  <a16:creationId xmlns:a16="http://schemas.microsoft.com/office/drawing/2014/main" id="{42293042-0EE1-41A4-99AE-C5A6D31E4EAE}"/>
                </a:ext>
              </a:extLst>
            </p:cNvPr>
            <p:cNvGrpSpPr/>
            <p:nvPr/>
          </p:nvGrpSpPr>
          <p:grpSpPr>
            <a:xfrm>
              <a:off x="4888637" y="1361525"/>
              <a:ext cx="3798163" cy="5216233"/>
              <a:chOff x="2987522" y="1988835"/>
              <a:chExt cx="3657496" cy="3820345"/>
            </a:xfrm>
          </p:grpSpPr>
          <p:sp>
            <p:nvSpPr>
              <p:cNvPr id="35" name="文本框 34">
                <a:extLst>
                  <a:ext uri="{FF2B5EF4-FFF2-40B4-BE49-F238E27FC236}">
                    <a16:creationId xmlns:a16="http://schemas.microsoft.com/office/drawing/2014/main" id="{7302E285-8C91-4AA3-B72E-6E9C0441DCA9}"/>
                  </a:ext>
                </a:extLst>
              </p:cNvPr>
              <p:cNvSpPr txBox="1"/>
              <p:nvPr/>
            </p:nvSpPr>
            <p:spPr>
              <a:xfrm>
                <a:off x="3563888" y="3495936"/>
                <a:ext cx="2088232" cy="2237320"/>
              </a:xfrm>
              <a:prstGeom prst="rect">
                <a:avLst/>
              </a:prstGeom>
              <a:solidFill>
                <a:schemeClr val="bg2"/>
              </a:solidFill>
              <a:ln>
                <a:solidFill>
                  <a:schemeClr val="tx1"/>
                </a:solidFill>
              </a:ln>
            </p:spPr>
            <p:txBody>
              <a:bodyPr wrap="square" rtlCol="0" anchor="ctr" anchorCtr="0">
                <a:noAutofit/>
              </a:bodyPr>
              <a:lstStyle/>
              <a:p>
                <a:pPr algn="l"/>
                <a:r>
                  <a:rPr lang="en-US" altLang="zh-CN" sz="1600" i="0" dirty="0">
                    <a:solidFill>
                      <a:srgbClr val="000000"/>
                    </a:solidFill>
                    <a:latin typeface="楷体" panose="02010609060101010101" pitchFamily="49" charset="-122"/>
                    <a:ea typeface="楷体" panose="02010609060101010101" pitchFamily="49" charset="-122"/>
                  </a:rPr>
                  <a:t>…</a:t>
                </a:r>
                <a:endParaRPr lang="zh-CN" altLang="en-US" sz="1600" i="0" dirty="0">
                  <a:solidFill>
                    <a:srgbClr val="000000"/>
                  </a:solidFill>
                  <a:latin typeface="楷体" panose="02010609060101010101" pitchFamily="49" charset="-122"/>
                  <a:ea typeface="楷体" panose="02010609060101010101" pitchFamily="49" charset="-122"/>
                </a:endParaRPr>
              </a:p>
            </p:txBody>
          </p:sp>
          <p:sp>
            <p:nvSpPr>
              <p:cNvPr id="36" name="文本框 35">
                <a:extLst>
                  <a:ext uri="{FF2B5EF4-FFF2-40B4-BE49-F238E27FC236}">
                    <a16:creationId xmlns:a16="http://schemas.microsoft.com/office/drawing/2014/main" id="{37DFD09A-FCE5-4391-989A-D5BBA04FEF38}"/>
                  </a:ext>
                </a:extLst>
              </p:cNvPr>
              <p:cNvSpPr txBox="1"/>
              <p:nvPr/>
            </p:nvSpPr>
            <p:spPr>
              <a:xfrm>
                <a:off x="3563888" y="1988840"/>
                <a:ext cx="2088232" cy="1507092"/>
              </a:xfrm>
              <a:prstGeom prst="rect">
                <a:avLst/>
              </a:prstGeom>
              <a:solidFill>
                <a:schemeClr val="bg1"/>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en-US" altLang="zh-CN" dirty="0">
                  <a:solidFill>
                    <a:srgbClr val="000000"/>
                  </a:solidFill>
                </a:endParaRPr>
              </a:p>
            </p:txBody>
          </p:sp>
          <p:grpSp>
            <p:nvGrpSpPr>
              <p:cNvPr id="37" name="组合 36">
                <a:extLst>
                  <a:ext uri="{FF2B5EF4-FFF2-40B4-BE49-F238E27FC236}">
                    <a16:creationId xmlns:a16="http://schemas.microsoft.com/office/drawing/2014/main" id="{3131C912-DCF5-42E2-A9A0-FD33B43DE08E}"/>
                  </a:ext>
                </a:extLst>
              </p:cNvPr>
              <p:cNvGrpSpPr/>
              <p:nvPr/>
            </p:nvGrpSpPr>
            <p:grpSpPr>
              <a:xfrm>
                <a:off x="2987522" y="3266336"/>
                <a:ext cx="616067" cy="355654"/>
                <a:chOff x="3175275" y="3236263"/>
                <a:chExt cx="346538" cy="355654"/>
              </a:xfrm>
            </p:grpSpPr>
            <p:sp>
              <p:nvSpPr>
                <p:cNvPr id="55" name="文本框 54">
                  <a:extLst>
                    <a:ext uri="{FF2B5EF4-FFF2-40B4-BE49-F238E27FC236}">
                      <a16:creationId xmlns:a16="http://schemas.microsoft.com/office/drawing/2014/main" id="{B8D76022-667D-4125-9534-6560160C7293}"/>
                    </a:ext>
                  </a:extLst>
                </p:cNvPr>
                <p:cNvSpPr txBox="1"/>
                <p:nvPr/>
              </p:nvSpPr>
              <p:spPr>
                <a:xfrm>
                  <a:off x="3175275" y="3236263"/>
                  <a:ext cx="346538" cy="355654"/>
                </a:xfrm>
                <a:prstGeom prst="rect">
                  <a:avLst/>
                </a:prstGeom>
                <a:noFill/>
              </p:spPr>
              <p:txBody>
                <a:bodyPr wrap="square" rtlCol="0">
                  <a:spAutoFit/>
                </a:bodyPr>
                <a:lstStyle/>
                <a:p>
                  <a:pPr algn="l"/>
                  <a:r>
                    <a:rPr lang="en-US" altLang="zh-CN" dirty="0">
                      <a:solidFill>
                        <a:srgbClr val="FF0000"/>
                      </a:solidFill>
                      <a:latin typeface="Cambria Math" panose="02040503050406030204" pitchFamily="18" charset="0"/>
                      <a:ea typeface="Cambria Math" panose="02040503050406030204" pitchFamily="18" charset="0"/>
                    </a:rPr>
                    <a:t>EBP</a:t>
                  </a:r>
                  <a:endParaRPr lang="zh-CN" altLang="en-US" dirty="0">
                    <a:solidFill>
                      <a:srgbClr val="FF0000"/>
                    </a:solidFill>
                    <a:latin typeface="Cambria Math" panose="02040503050406030204" pitchFamily="18" charset="0"/>
                  </a:endParaRPr>
                </a:p>
              </p:txBody>
            </p:sp>
            <p:cxnSp>
              <p:nvCxnSpPr>
                <p:cNvPr id="56" name="直接箭头连接符 55">
                  <a:extLst>
                    <a:ext uri="{FF2B5EF4-FFF2-40B4-BE49-F238E27FC236}">
                      <a16:creationId xmlns:a16="http://schemas.microsoft.com/office/drawing/2014/main" id="{18C28D7F-44E1-4F7C-B43D-F51E3F61397E}"/>
                    </a:ext>
                  </a:extLst>
                </p:cNvPr>
                <p:cNvCxnSpPr/>
                <p:nvPr/>
              </p:nvCxnSpPr>
              <p:spPr>
                <a:xfrm>
                  <a:off x="3208349" y="3463305"/>
                  <a:ext cx="28353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E8A2C133-422D-45D0-9EFA-DF8E26D3BEE9}"/>
                  </a:ext>
                </a:extLst>
              </p:cNvPr>
              <p:cNvGrpSpPr/>
              <p:nvPr/>
            </p:nvGrpSpPr>
            <p:grpSpPr>
              <a:xfrm>
                <a:off x="2987522" y="5453526"/>
                <a:ext cx="621649" cy="355654"/>
                <a:chOff x="2929021" y="4752114"/>
                <a:chExt cx="621649" cy="355654"/>
              </a:xfrm>
            </p:grpSpPr>
            <p:sp>
              <p:nvSpPr>
                <p:cNvPr id="53" name="文本框 52">
                  <a:extLst>
                    <a:ext uri="{FF2B5EF4-FFF2-40B4-BE49-F238E27FC236}">
                      <a16:creationId xmlns:a16="http://schemas.microsoft.com/office/drawing/2014/main" id="{D4646045-7DAE-401F-88B7-188A08D6AED7}"/>
                    </a:ext>
                  </a:extLst>
                </p:cNvPr>
                <p:cNvSpPr txBox="1"/>
                <p:nvPr/>
              </p:nvSpPr>
              <p:spPr>
                <a:xfrm>
                  <a:off x="2929021" y="4752114"/>
                  <a:ext cx="621649" cy="355654"/>
                </a:xfrm>
                <a:prstGeom prst="rect">
                  <a:avLst/>
                </a:prstGeom>
                <a:noFill/>
              </p:spPr>
              <p:txBody>
                <a:bodyPr wrap="square" rtlCol="0">
                  <a:spAutoFit/>
                </a:bodyPr>
                <a:lstStyle/>
                <a:p>
                  <a:pPr algn="l"/>
                  <a:r>
                    <a:rPr lang="en-US" altLang="zh-CN" dirty="0">
                      <a:solidFill>
                        <a:srgbClr val="000000"/>
                      </a:solidFill>
                      <a:latin typeface="Cambria Math" panose="02040503050406030204" pitchFamily="18" charset="0"/>
                      <a:ea typeface="Cambria Math" panose="02040503050406030204" pitchFamily="18" charset="0"/>
                    </a:rPr>
                    <a:t>ESP</a:t>
                  </a:r>
                  <a:endParaRPr lang="zh-CN" altLang="en-US" dirty="0">
                    <a:solidFill>
                      <a:srgbClr val="000000"/>
                    </a:solidFill>
                    <a:latin typeface="Cambria Math" panose="02040503050406030204" pitchFamily="18" charset="0"/>
                  </a:endParaRPr>
                </a:p>
              </p:txBody>
            </p:sp>
            <p:cxnSp>
              <p:nvCxnSpPr>
                <p:cNvPr id="54" name="直接箭头连接符 53">
                  <a:extLst>
                    <a:ext uri="{FF2B5EF4-FFF2-40B4-BE49-F238E27FC236}">
                      <a16:creationId xmlns:a16="http://schemas.microsoft.com/office/drawing/2014/main" id="{C7E8A130-977A-4EFB-A006-9A7550D32BA5}"/>
                    </a:ext>
                  </a:extLst>
                </p:cNvPr>
                <p:cNvCxnSpPr/>
                <p:nvPr/>
              </p:nvCxnSpPr>
              <p:spPr>
                <a:xfrm>
                  <a:off x="2987819" y="496390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9" name="文本框 38">
                <a:extLst>
                  <a:ext uri="{FF2B5EF4-FFF2-40B4-BE49-F238E27FC236}">
                    <a16:creationId xmlns:a16="http://schemas.microsoft.com/office/drawing/2014/main" id="{C3AE26E9-8849-4CBB-9AD2-206D2BCFA6B8}"/>
                  </a:ext>
                </a:extLst>
              </p:cNvPr>
              <p:cNvSpPr txBox="1"/>
              <p:nvPr/>
            </p:nvSpPr>
            <p:spPr>
              <a:xfrm>
                <a:off x="3552499" y="3238140"/>
                <a:ext cx="2088232" cy="338554"/>
              </a:xfrm>
              <a:prstGeom prst="rect">
                <a:avLst/>
              </a:prstGeom>
              <a:solidFill>
                <a:srgbClr val="92D05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test() EBP</a:t>
                </a:r>
                <a:r>
                  <a:rPr lang="zh-CN" altLang="en-US" dirty="0">
                    <a:solidFill>
                      <a:srgbClr val="000000"/>
                    </a:solidFill>
                  </a:rPr>
                  <a:t>值</a:t>
                </a:r>
              </a:p>
            </p:txBody>
          </p:sp>
          <p:sp>
            <p:nvSpPr>
              <p:cNvPr id="40" name="文本框 39">
                <a:extLst>
                  <a:ext uri="{FF2B5EF4-FFF2-40B4-BE49-F238E27FC236}">
                    <a16:creationId xmlns:a16="http://schemas.microsoft.com/office/drawing/2014/main" id="{EFE39387-AD57-438B-A034-B0AD58AB4AC5}"/>
                  </a:ext>
                </a:extLst>
              </p:cNvPr>
              <p:cNvSpPr txBox="1"/>
              <p:nvPr/>
            </p:nvSpPr>
            <p:spPr>
              <a:xfrm>
                <a:off x="3554381" y="391494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[31-28]</a:t>
                </a:r>
                <a:endParaRPr lang="zh-CN" altLang="en-US" dirty="0">
                  <a:solidFill>
                    <a:srgbClr val="000000"/>
                  </a:solidFill>
                </a:endParaRPr>
              </a:p>
            </p:txBody>
          </p:sp>
          <p:sp>
            <p:nvSpPr>
              <p:cNvPr id="41" name="文本框 40">
                <a:extLst>
                  <a:ext uri="{FF2B5EF4-FFF2-40B4-BE49-F238E27FC236}">
                    <a16:creationId xmlns:a16="http://schemas.microsoft.com/office/drawing/2014/main" id="{97CE86C3-6F71-46D3-99FE-8BCAA84B3C57}"/>
                  </a:ext>
                </a:extLst>
              </p:cNvPr>
              <p:cNvSpPr txBox="1"/>
              <p:nvPr/>
            </p:nvSpPr>
            <p:spPr>
              <a:xfrm>
                <a:off x="3554381" y="422079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[27-24]</a:t>
                </a:r>
                <a:endParaRPr lang="zh-CN" altLang="en-US" dirty="0">
                  <a:solidFill>
                    <a:srgbClr val="000000"/>
                  </a:solidFill>
                </a:endParaRPr>
              </a:p>
            </p:txBody>
          </p:sp>
          <p:sp>
            <p:nvSpPr>
              <p:cNvPr id="42" name="文本框 41">
                <a:extLst>
                  <a:ext uri="{FF2B5EF4-FFF2-40B4-BE49-F238E27FC236}">
                    <a16:creationId xmlns:a16="http://schemas.microsoft.com/office/drawing/2014/main" id="{A89E4457-B769-4C1B-8F65-37D084023E5B}"/>
                  </a:ext>
                </a:extLst>
              </p:cNvPr>
              <p:cNvSpPr txBox="1"/>
              <p:nvPr/>
            </p:nvSpPr>
            <p:spPr>
              <a:xfrm>
                <a:off x="3554381" y="4558799"/>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a:t>
                </a:r>
                <a:endParaRPr lang="zh-CN" altLang="en-US" dirty="0">
                  <a:solidFill>
                    <a:srgbClr val="000000"/>
                  </a:solidFill>
                </a:endParaRPr>
              </a:p>
            </p:txBody>
          </p:sp>
          <p:sp>
            <p:nvSpPr>
              <p:cNvPr id="43" name="文本框 42">
                <a:extLst>
                  <a:ext uri="{FF2B5EF4-FFF2-40B4-BE49-F238E27FC236}">
                    <a16:creationId xmlns:a16="http://schemas.microsoft.com/office/drawing/2014/main" id="{95C6DF86-1AC6-48C6-A7EF-458B7AD7CB55}"/>
                  </a:ext>
                </a:extLst>
              </p:cNvPr>
              <p:cNvSpPr txBox="1"/>
              <p:nvPr/>
            </p:nvSpPr>
            <p:spPr>
              <a:xfrm>
                <a:off x="3554381" y="4884723"/>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rgbClr val="000000"/>
                    </a:solidFill>
                    <a:latin typeface="楷体" panose="02010609060101010101" pitchFamily="49" charset="-122"/>
                    <a:ea typeface="楷体" panose="02010609060101010101" pitchFamily="49" charset="-122"/>
                  </a:defRPr>
                </a:lvl1pPr>
              </a:lstStyle>
              <a:p>
                <a:pPr algn="l"/>
                <a:r>
                  <a:rPr lang="en-US" altLang="zh-CN" dirty="0" err="1"/>
                  <a:t>buf</a:t>
                </a:r>
                <a:r>
                  <a:rPr lang="en-US" altLang="zh-CN" dirty="0"/>
                  <a:t>[03-00]</a:t>
                </a:r>
                <a:endParaRPr lang="zh-CN" altLang="en-US" dirty="0"/>
              </a:p>
            </p:txBody>
          </p:sp>
          <p:grpSp>
            <p:nvGrpSpPr>
              <p:cNvPr id="44" name="组合 43">
                <a:extLst>
                  <a:ext uri="{FF2B5EF4-FFF2-40B4-BE49-F238E27FC236}">
                    <a16:creationId xmlns:a16="http://schemas.microsoft.com/office/drawing/2014/main" id="{E535E858-FC5B-44EE-8BBD-AEED2282AC37}"/>
                  </a:ext>
                </a:extLst>
              </p:cNvPr>
              <p:cNvGrpSpPr/>
              <p:nvPr/>
            </p:nvGrpSpPr>
            <p:grpSpPr>
              <a:xfrm>
                <a:off x="5733870" y="3247035"/>
                <a:ext cx="911148" cy="1964851"/>
                <a:chOff x="7966118" y="1786263"/>
                <a:chExt cx="911148" cy="3194210"/>
              </a:xfrm>
            </p:grpSpPr>
            <p:sp>
              <p:nvSpPr>
                <p:cNvPr id="51" name="右大括号 50">
                  <a:extLst>
                    <a:ext uri="{FF2B5EF4-FFF2-40B4-BE49-F238E27FC236}">
                      <a16:creationId xmlns:a16="http://schemas.microsoft.com/office/drawing/2014/main" id="{55A1DA88-FCDB-4739-9F97-656419B0AD72}"/>
                    </a:ext>
                  </a:extLst>
                </p:cNvPr>
                <p:cNvSpPr/>
                <p:nvPr/>
              </p:nvSpPr>
              <p:spPr>
                <a:xfrm>
                  <a:off x="7966118" y="1786263"/>
                  <a:ext cx="114118" cy="3194210"/>
                </a:xfrm>
                <a:prstGeom prst="rightBrace">
                  <a:avLst/>
                </a:prstGeom>
                <a:ln>
                  <a:solidFill>
                    <a:srgbClr val="0D7157"/>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52" name="文本框 51">
                  <a:extLst>
                    <a:ext uri="{FF2B5EF4-FFF2-40B4-BE49-F238E27FC236}">
                      <a16:creationId xmlns:a16="http://schemas.microsoft.com/office/drawing/2014/main" id="{85BC964D-FE26-4F16-9A6E-F31534AADA45}"/>
                    </a:ext>
                  </a:extLst>
                </p:cNvPr>
                <p:cNvSpPr txBox="1"/>
                <p:nvPr/>
              </p:nvSpPr>
              <p:spPr>
                <a:xfrm>
                  <a:off x="8080236" y="2825382"/>
                  <a:ext cx="797030" cy="622965"/>
                </a:xfrm>
                <a:prstGeom prst="rect">
                  <a:avLst/>
                </a:prstGeom>
                <a:solidFill>
                  <a:srgbClr val="86BC64"/>
                </a:solidFill>
                <a:ln>
                  <a:solidFill>
                    <a:schemeClr val="tx1"/>
                  </a:solidFill>
                </a:ln>
              </p:spPr>
              <p:txBody>
                <a:bodyPr wrap="square" rtlCol="0">
                  <a:spAutoFit/>
                </a:bodyPr>
                <a:lstStyle/>
                <a:p>
                  <a:pPr algn="l"/>
                  <a:r>
                    <a:rPr lang="en-US" altLang="zh-CN" sz="1400" i="0" dirty="0" err="1">
                      <a:solidFill>
                        <a:srgbClr val="000000"/>
                      </a:solidFill>
                      <a:latin typeface="楷体" panose="02010609060101010101" pitchFamily="49" charset="-122"/>
                      <a:ea typeface="楷体" panose="02010609060101010101" pitchFamily="49" charset="-122"/>
                    </a:rPr>
                    <a:t>getbuf</a:t>
                  </a:r>
                  <a:r>
                    <a:rPr lang="zh-CN" altLang="en-US" sz="1400" i="0" dirty="0">
                      <a:solidFill>
                        <a:srgbClr val="000000"/>
                      </a:solidFill>
                      <a:latin typeface="楷体" panose="02010609060101010101" pitchFamily="49" charset="-122"/>
                      <a:ea typeface="楷体" panose="02010609060101010101" pitchFamily="49" charset="-122"/>
                    </a:rPr>
                    <a:t>栈帧</a:t>
                  </a:r>
                </a:p>
              </p:txBody>
            </p:sp>
          </p:grpSp>
          <p:sp>
            <p:nvSpPr>
              <p:cNvPr id="45" name="文本框 44">
                <a:extLst>
                  <a:ext uri="{FF2B5EF4-FFF2-40B4-BE49-F238E27FC236}">
                    <a16:creationId xmlns:a16="http://schemas.microsoft.com/office/drawing/2014/main" id="{85B49231-AEC8-463D-B5F6-251AA005041A}"/>
                  </a:ext>
                </a:extLst>
              </p:cNvPr>
              <p:cNvSpPr txBox="1"/>
              <p:nvPr/>
            </p:nvSpPr>
            <p:spPr>
              <a:xfrm>
                <a:off x="3556264" y="2908481"/>
                <a:ext cx="2084621"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返回地址</a:t>
                </a:r>
              </a:p>
            </p:txBody>
          </p:sp>
          <p:sp>
            <p:nvSpPr>
              <p:cNvPr id="46" name="文本框 45">
                <a:extLst>
                  <a:ext uri="{FF2B5EF4-FFF2-40B4-BE49-F238E27FC236}">
                    <a16:creationId xmlns:a16="http://schemas.microsoft.com/office/drawing/2014/main" id="{E2C09939-19AB-4F38-B5A5-BD29D55241A7}"/>
                  </a:ext>
                </a:extLst>
              </p:cNvPr>
              <p:cNvSpPr txBox="1"/>
              <p:nvPr/>
            </p:nvSpPr>
            <p:spPr>
              <a:xfrm>
                <a:off x="3556265" y="2585163"/>
                <a:ext cx="2084620"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sp>
            <p:nvSpPr>
              <p:cNvPr id="47" name="文本框 46">
                <a:extLst>
                  <a:ext uri="{FF2B5EF4-FFF2-40B4-BE49-F238E27FC236}">
                    <a16:creationId xmlns:a16="http://schemas.microsoft.com/office/drawing/2014/main" id="{02722A2E-4B05-46FE-A732-3ECE6C84BE87}"/>
                  </a:ext>
                </a:extLst>
              </p:cNvPr>
              <p:cNvSpPr txBox="1"/>
              <p:nvPr/>
            </p:nvSpPr>
            <p:spPr>
              <a:xfrm>
                <a:off x="3556264" y="2258674"/>
                <a:ext cx="2084467"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grpSp>
            <p:nvGrpSpPr>
              <p:cNvPr id="48" name="组合 47">
                <a:extLst>
                  <a:ext uri="{FF2B5EF4-FFF2-40B4-BE49-F238E27FC236}">
                    <a16:creationId xmlns:a16="http://schemas.microsoft.com/office/drawing/2014/main" id="{3C682031-A0F2-41FB-81F5-F3BF9EB7C9A6}"/>
                  </a:ext>
                </a:extLst>
              </p:cNvPr>
              <p:cNvGrpSpPr/>
              <p:nvPr/>
            </p:nvGrpSpPr>
            <p:grpSpPr>
              <a:xfrm>
                <a:off x="5733870" y="1988835"/>
                <a:ext cx="881488" cy="1258200"/>
                <a:chOff x="7980514" y="2383322"/>
                <a:chExt cx="881488" cy="2045425"/>
              </a:xfrm>
              <a:solidFill>
                <a:srgbClr val="FFC000"/>
              </a:solidFill>
            </p:grpSpPr>
            <p:sp>
              <p:nvSpPr>
                <p:cNvPr id="49" name="右大括号 48">
                  <a:extLst>
                    <a:ext uri="{FF2B5EF4-FFF2-40B4-BE49-F238E27FC236}">
                      <a16:creationId xmlns:a16="http://schemas.microsoft.com/office/drawing/2014/main" id="{25353C39-C94E-4655-86E8-3D8EB1342E2A}"/>
                    </a:ext>
                  </a:extLst>
                </p:cNvPr>
                <p:cNvSpPr/>
                <p:nvPr/>
              </p:nvSpPr>
              <p:spPr>
                <a:xfrm>
                  <a:off x="7980514" y="2383322"/>
                  <a:ext cx="72009" cy="2045425"/>
                </a:xfrm>
                <a:prstGeom prst="rightBrace">
                  <a:avLst/>
                </a:prstGeom>
                <a:noFill/>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50" name="文本框 49">
                  <a:extLst>
                    <a:ext uri="{FF2B5EF4-FFF2-40B4-BE49-F238E27FC236}">
                      <a16:creationId xmlns:a16="http://schemas.microsoft.com/office/drawing/2014/main" id="{75EB7780-1CEC-4E0E-B257-8BD82FA65F34}"/>
                    </a:ext>
                  </a:extLst>
                </p:cNvPr>
                <p:cNvSpPr txBox="1"/>
                <p:nvPr/>
              </p:nvSpPr>
              <p:spPr>
                <a:xfrm>
                  <a:off x="8064972" y="3218404"/>
                  <a:ext cx="797030" cy="622965"/>
                </a:xfrm>
                <a:prstGeom prst="rect">
                  <a:avLst/>
                </a:prstGeom>
                <a:grpFill/>
                <a:ln>
                  <a:solidFill>
                    <a:schemeClr val="tx1"/>
                  </a:solidFill>
                </a:ln>
              </p:spPr>
              <p:txBody>
                <a:bodyPr wrap="square" rtlCol="0">
                  <a:spAutoFit/>
                </a:bodyPr>
                <a:lstStyle/>
                <a:p>
                  <a:pPr algn="l"/>
                  <a:r>
                    <a:rPr lang="en-US" altLang="zh-CN" sz="1400" i="0" dirty="0">
                      <a:solidFill>
                        <a:srgbClr val="000000"/>
                      </a:solidFill>
                      <a:latin typeface="楷体" panose="02010609060101010101" pitchFamily="49" charset="-122"/>
                      <a:ea typeface="楷体" panose="02010609060101010101" pitchFamily="49" charset="-122"/>
                    </a:rPr>
                    <a:t>test</a:t>
                  </a:r>
                </a:p>
                <a:p>
                  <a:pPr algn="l"/>
                  <a:r>
                    <a:rPr lang="zh-CN" altLang="en-US" sz="1400" i="0" dirty="0">
                      <a:solidFill>
                        <a:srgbClr val="000000"/>
                      </a:solidFill>
                      <a:latin typeface="楷体" panose="02010609060101010101" pitchFamily="49" charset="-122"/>
                      <a:ea typeface="楷体" panose="02010609060101010101" pitchFamily="49" charset="-122"/>
                    </a:rPr>
                    <a:t>栈帧</a:t>
                  </a:r>
                </a:p>
              </p:txBody>
            </p:sp>
          </p:grpSp>
        </p:grpSp>
        <p:pic>
          <p:nvPicPr>
            <p:cNvPr id="34" name="Picture 2">
              <a:extLst>
                <a:ext uri="{FF2B5EF4-FFF2-40B4-BE49-F238E27FC236}">
                  <a16:creationId xmlns:a16="http://schemas.microsoft.com/office/drawing/2014/main" id="{245130EF-3767-4F33-B9BA-B6AA2E078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2740" y="3522961"/>
              <a:ext cx="221297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7" name="矩形 56">
            <a:extLst>
              <a:ext uri="{FF2B5EF4-FFF2-40B4-BE49-F238E27FC236}">
                <a16:creationId xmlns:a16="http://schemas.microsoft.com/office/drawing/2014/main" id="{A1C1502B-3C23-46F7-A3C6-250776766869}"/>
              </a:ext>
            </a:extLst>
          </p:cNvPr>
          <p:cNvSpPr/>
          <p:nvPr/>
        </p:nvSpPr>
        <p:spPr>
          <a:xfrm>
            <a:off x="2571107" y="2770872"/>
            <a:ext cx="652816" cy="3153616"/>
          </a:xfrm>
          <a:prstGeom prst="rect">
            <a:avLst/>
          </a:prstGeom>
          <a:pattFill prst="lgCheck">
            <a:fgClr>
              <a:srgbClr val="66FF66"/>
            </a:fgClr>
            <a:bgClr>
              <a:schemeClr val="bg1"/>
            </a:bgClr>
          </a:pattFill>
        </p:spPr>
        <p:txBody>
          <a:bodyPr vert="eaVert" wrap="square" anchor="ctr" anchorCtr="0">
            <a:noAutofit/>
          </a:bodyPr>
          <a:lstStyle/>
          <a:p>
            <a:pPr algn="ctr"/>
            <a:r>
              <a:rPr lang="zh-CN" altLang="zh-CN" sz="1400" b="1" i="0" dirty="0">
                <a:solidFill>
                  <a:srgbClr val="FF0000"/>
                </a:solidFill>
                <a:latin typeface="微软雅黑" panose="020B0503020204020204" pitchFamily="34" charset="-122"/>
                <a:ea typeface="微软雅黑" panose="020B0503020204020204" pitchFamily="34" charset="-122"/>
              </a:rPr>
              <a:t>攻</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击</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字</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符</a:t>
            </a:r>
            <a:r>
              <a:rPr lang="en-US" altLang="zh-CN" sz="1400" b="1" i="0" dirty="0">
                <a:solidFill>
                  <a:srgbClr val="FF0000"/>
                </a:solidFill>
                <a:latin typeface="微软雅黑" panose="020B0503020204020204" pitchFamily="34" charset="-122"/>
                <a:ea typeface="微软雅黑" panose="020B0503020204020204" pitchFamily="34" charset="-122"/>
              </a:rPr>
              <a:t>  </a:t>
            </a:r>
            <a:r>
              <a:rPr lang="zh-CN" altLang="zh-CN" sz="1400" b="1" i="0" dirty="0">
                <a:solidFill>
                  <a:srgbClr val="FF0000"/>
                </a:solidFill>
                <a:latin typeface="微软雅黑" panose="020B0503020204020204" pitchFamily="34" charset="-122"/>
                <a:ea typeface="微软雅黑" panose="020B0503020204020204" pitchFamily="34" charset="-122"/>
              </a:rPr>
              <a:t>串</a:t>
            </a:r>
            <a:endParaRPr lang="zh-CN" altLang="en-US" sz="1400" i="0" dirty="0">
              <a:solidFill>
                <a:srgbClr val="FF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54564CD4-597E-46AF-87EA-C5FC94C332F8}"/>
              </a:ext>
            </a:extLst>
          </p:cNvPr>
          <p:cNvSpPr/>
          <p:nvPr/>
        </p:nvSpPr>
        <p:spPr>
          <a:xfrm>
            <a:off x="1036409" y="2770872"/>
            <a:ext cx="2182577" cy="4799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a:extLst>
              <a:ext uri="{FF2B5EF4-FFF2-40B4-BE49-F238E27FC236}">
                <a16:creationId xmlns:a16="http://schemas.microsoft.com/office/drawing/2014/main" id="{F9271805-BE2E-4389-8120-82EFFCEF60F4}"/>
              </a:ext>
            </a:extLst>
          </p:cNvPr>
          <p:cNvSpPr txBox="1"/>
          <p:nvPr/>
        </p:nvSpPr>
        <p:spPr>
          <a:xfrm>
            <a:off x="4739652" y="2772957"/>
            <a:ext cx="3938725" cy="2246769"/>
          </a:xfrm>
          <a:prstGeom prst="rect">
            <a:avLst/>
          </a:prstGeom>
          <a:noFill/>
        </p:spPr>
        <p:txBody>
          <a:bodyPr wrap="square" rtlCol="0">
            <a:spAutoFit/>
          </a:bodyPr>
          <a:lstStyle/>
          <a:p>
            <a:pPr marL="274320" indent="-274320" algn="l">
              <a:spcBef>
                <a:spcPct val="20000"/>
              </a:spcBef>
              <a:buClr>
                <a:schemeClr val="accent1"/>
              </a:buClr>
              <a:buSzPct val="100000"/>
              <a:buFont typeface="Symbol" pitchFamily="18" charset="2"/>
              <a:buChar char=""/>
            </a:pPr>
            <a:r>
              <a:rPr lang="zh-CN" altLang="en-US" sz="2800" i="0" dirty="0">
                <a:solidFill>
                  <a:schemeClr val="tx2"/>
                </a:solidFill>
                <a:latin typeface="+mn-lt"/>
                <a:ea typeface="+mn-ea"/>
              </a:rPr>
              <a:t>攻击字符串把</a:t>
            </a:r>
            <a:r>
              <a:rPr lang="en-US" altLang="zh-CN" sz="2800" i="0" dirty="0">
                <a:solidFill>
                  <a:schemeClr val="tx2"/>
                </a:solidFill>
                <a:latin typeface="+mn-lt"/>
                <a:ea typeface="+mn-ea"/>
              </a:rPr>
              <a:t>smoke</a:t>
            </a:r>
            <a:r>
              <a:rPr lang="zh-CN" altLang="en-US" sz="2800" i="0" dirty="0">
                <a:solidFill>
                  <a:schemeClr val="tx2"/>
                </a:solidFill>
                <a:latin typeface="+mn-lt"/>
                <a:ea typeface="+mn-ea"/>
              </a:rPr>
              <a:t>函数的地址写入返回地址的位置，当从</a:t>
            </a:r>
            <a:r>
              <a:rPr lang="en-US" altLang="zh-CN" sz="2800" i="0" dirty="0" err="1">
                <a:solidFill>
                  <a:schemeClr val="tx2"/>
                </a:solidFill>
                <a:latin typeface="+mn-lt"/>
                <a:ea typeface="+mn-ea"/>
              </a:rPr>
              <a:t>getbuf</a:t>
            </a:r>
            <a:r>
              <a:rPr lang="zh-CN" altLang="en-US" sz="2800" i="0" dirty="0">
                <a:solidFill>
                  <a:schemeClr val="tx2"/>
                </a:solidFill>
                <a:latin typeface="+mn-lt"/>
                <a:ea typeface="+mn-ea"/>
              </a:rPr>
              <a:t>函数返回时，就会调用</a:t>
            </a:r>
            <a:r>
              <a:rPr lang="en-US" altLang="zh-CN" sz="2800" i="0" dirty="0">
                <a:solidFill>
                  <a:schemeClr val="tx2"/>
                </a:solidFill>
                <a:latin typeface="+mn-lt"/>
                <a:ea typeface="+mn-ea"/>
              </a:rPr>
              <a:t>smoke</a:t>
            </a:r>
            <a:r>
              <a:rPr lang="zh-CN" altLang="en-US" sz="2800" i="0" dirty="0">
                <a:solidFill>
                  <a:schemeClr val="tx2"/>
                </a:solidFill>
                <a:latin typeface="+mn-lt"/>
                <a:ea typeface="+mn-ea"/>
              </a:rPr>
              <a:t>函数</a:t>
            </a:r>
          </a:p>
        </p:txBody>
      </p:sp>
    </p:spTree>
    <p:extLst>
      <p:ext uri="{BB962C8B-B14F-4D97-AF65-F5344CB8AC3E}">
        <p14:creationId xmlns:p14="http://schemas.microsoft.com/office/powerpoint/2010/main" val="867869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down)">
                                      <p:cBhvr>
                                        <p:cTn id="7" dur="20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3" grpId="0" animBg="1"/>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38969" y="1986717"/>
            <a:ext cx="4201990" cy="1932071"/>
          </a:xfrm>
          <a:prstGeom prst="rect">
            <a:avLst/>
          </a:prstGeom>
        </p:spPr>
      </p:pic>
      <p:pic>
        <p:nvPicPr>
          <p:cNvPr id="45" name="图片 44"/>
          <p:cNvPicPr>
            <a:picLocks noChangeAspect="1"/>
          </p:cNvPicPr>
          <p:nvPr/>
        </p:nvPicPr>
        <p:blipFill>
          <a:blip r:embed="rId3"/>
          <a:stretch>
            <a:fillRect/>
          </a:stretch>
        </p:blipFill>
        <p:spPr>
          <a:xfrm>
            <a:off x="238541" y="4655910"/>
            <a:ext cx="4021407" cy="1960574"/>
          </a:xfrm>
          <a:prstGeom prst="rect">
            <a:avLst/>
          </a:prstGeom>
        </p:spPr>
      </p:pic>
      <p:sp>
        <p:nvSpPr>
          <p:cNvPr id="3" name="标题 2">
            <a:extLst>
              <a:ext uri="{FF2B5EF4-FFF2-40B4-BE49-F238E27FC236}">
                <a16:creationId xmlns:a16="http://schemas.microsoft.com/office/drawing/2014/main" id="{C3A84C65-0520-41B6-8740-BF0671E81F30}"/>
              </a:ext>
            </a:extLst>
          </p:cNvPr>
          <p:cNvSpPr>
            <a:spLocks noGrp="1"/>
          </p:cNvSpPr>
          <p:nvPr>
            <p:ph type="title"/>
          </p:nvPr>
        </p:nvSpPr>
        <p:spPr>
          <a:xfrm>
            <a:off x="457199" y="394832"/>
            <a:ext cx="8229600" cy="714408"/>
          </a:xfrm>
        </p:spPr>
        <p:txBody>
          <a:bodyPr>
            <a:normAutofit fontScale="90000"/>
          </a:bodyPr>
          <a:lstStyle/>
          <a:p>
            <a:r>
              <a:rPr lang="zh-CN" altLang="en-US" dirty="0"/>
              <a:t>解题过程</a:t>
            </a:r>
            <a:br>
              <a:rPr lang="en-US" altLang="zh-CN" dirty="0"/>
            </a:br>
            <a:r>
              <a:rPr lang="en-US" altLang="zh-CN" dirty="0"/>
              <a:t>—</a:t>
            </a:r>
            <a:r>
              <a:rPr lang="zh-CN" altLang="en-US" dirty="0"/>
              <a:t>反汇编代码分析</a:t>
            </a:r>
          </a:p>
        </p:txBody>
      </p:sp>
      <p:sp>
        <p:nvSpPr>
          <p:cNvPr id="9" name="矩形 8">
            <a:extLst>
              <a:ext uri="{FF2B5EF4-FFF2-40B4-BE49-F238E27FC236}">
                <a16:creationId xmlns:a16="http://schemas.microsoft.com/office/drawing/2014/main" id="{2C19CD74-E844-41CC-86C9-67B62267D1E9}"/>
              </a:ext>
            </a:extLst>
          </p:cNvPr>
          <p:cNvSpPr/>
          <p:nvPr/>
        </p:nvSpPr>
        <p:spPr>
          <a:xfrm>
            <a:off x="2555776" y="5445225"/>
            <a:ext cx="1079010" cy="1791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3">
            <a:extLst>
              <a:ext uri="{FF2B5EF4-FFF2-40B4-BE49-F238E27FC236}">
                <a16:creationId xmlns:a16="http://schemas.microsoft.com/office/drawing/2014/main" id="{A4B2A66A-E17D-4892-9EB5-C3D190739AE3}"/>
              </a:ext>
            </a:extLst>
          </p:cNvPr>
          <p:cNvSpPr txBox="1">
            <a:spLocks/>
          </p:cNvSpPr>
          <p:nvPr/>
        </p:nvSpPr>
        <p:spPr>
          <a:xfrm>
            <a:off x="6357375" y="6214345"/>
            <a:ext cx="1161826" cy="365125"/>
          </a:xfrm>
          <a:prstGeom prst="rect">
            <a:avLst/>
          </a:prstGeom>
        </p:spPr>
        <p:txBody>
          <a:bodyPr vert="horz" lIns="91440" tIns="45720" rIns="91440" bIns="45720" rtlCol="0" anchor="ctr"/>
          <a:lstStyle>
            <a:defPPr>
              <a:defRPr lang="zh-CN"/>
            </a:defPPr>
            <a:lvl1pPr algn="ctr" rtl="0" fontAlgn="base">
              <a:spcBef>
                <a:spcPct val="0"/>
              </a:spcBef>
              <a:spcAft>
                <a:spcPct val="0"/>
              </a:spcAft>
              <a:defRPr sz="1000" i="1" kern="1200">
                <a:solidFill>
                  <a:schemeClr val="tx2"/>
                </a:solidFill>
                <a:latin typeface="Arial" pitchFamily="34" charset="0"/>
                <a:ea typeface="华文细黑" pitchFamily="2" charset="-122"/>
                <a:cs typeface="+mn-cs"/>
              </a:defRPr>
            </a:lvl1pPr>
            <a:lvl2pPr marL="457200" algn="r" rtl="0" fontAlgn="base">
              <a:spcBef>
                <a:spcPct val="0"/>
              </a:spcBef>
              <a:spcAft>
                <a:spcPct val="0"/>
              </a:spcAft>
              <a:defRPr i="1" kern="1200">
                <a:solidFill>
                  <a:schemeClr val="tx1"/>
                </a:solidFill>
                <a:latin typeface="Arial" pitchFamily="34" charset="0"/>
                <a:ea typeface="华文细黑" pitchFamily="2" charset="-122"/>
                <a:cs typeface="+mn-cs"/>
              </a:defRPr>
            </a:lvl2pPr>
            <a:lvl3pPr marL="914400" algn="r" rtl="0" fontAlgn="base">
              <a:spcBef>
                <a:spcPct val="0"/>
              </a:spcBef>
              <a:spcAft>
                <a:spcPct val="0"/>
              </a:spcAft>
              <a:defRPr i="1" kern="1200">
                <a:solidFill>
                  <a:schemeClr val="tx1"/>
                </a:solidFill>
                <a:latin typeface="Arial" pitchFamily="34" charset="0"/>
                <a:ea typeface="华文细黑" pitchFamily="2" charset="-122"/>
                <a:cs typeface="+mn-cs"/>
              </a:defRPr>
            </a:lvl3pPr>
            <a:lvl4pPr marL="1371600" algn="r" rtl="0" fontAlgn="base">
              <a:spcBef>
                <a:spcPct val="0"/>
              </a:spcBef>
              <a:spcAft>
                <a:spcPct val="0"/>
              </a:spcAft>
              <a:defRPr i="1" kern="1200">
                <a:solidFill>
                  <a:schemeClr val="tx1"/>
                </a:solidFill>
                <a:latin typeface="Arial" pitchFamily="34" charset="0"/>
                <a:ea typeface="华文细黑" pitchFamily="2" charset="-122"/>
                <a:cs typeface="+mn-cs"/>
              </a:defRPr>
            </a:lvl4pPr>
            <a:lvl5pPr marL="1828800" algn="r" rtl="0" fontAlgn="base">
              <a:spcBef>
                <a:spcPct val="0"/>
              </a:spcBef>
              <a:spcAft>
                <a:spcPct val="0"/>
              </a:spcAft>
              <a:defRPr i="1" kern="1200">
                <a:solidFill>
                  <a:schemeClr val="tx1"/>
                </a:solidFill>
                <a:latin typeface="Arial" pitchFamily="34" charset="0"/>
                <a:ea typeface="华文细黑" pitchFamily="2" charset="-122"/>
                <a:cs typeface="+mn-cs"/>
              </a:defRPr>
            </a:lvl5pPr>
            <a:lvl6pPr marL="2286000" algn="l" defTabSz="914400" rtl="0" eaLnBrk="1" latinLnBrk="0" hangingPunct="1">
              <a:defRPr i="1" kern="1200">
                <a:solidFill>
                  <a:schemeClr val="tx1"/>
                </a:solidFill>
                <a:latin typeface="Arial" pitchFamily="34" charset="0"/>
                <a:ea typeface="华文细黑" pitchFamily="2" charset="-122"/>
                <a:cs typeface="+mn-cs"/>
              </a:defRPr>
            </a:lvl6pPr>
            <a:lvl7pPr marL="2743200" algn="l" defTabSz="914400" rtl="0" eaLnBrk="1" latinLnBrk="0" hangingPunct="1">
              <a:defRPr i="1" kern="1200">
                <a:solidFill>
                  <a:schemeClr val="tx1"/>
                </a:solidFill>
                <a:latin typeface="Arial" pitchFamily="34" charset="0"/>
                <a:ea typeface="华文细黑" pitchFamily="2" charset="-122"/>
                <a:cs typeface="+mn-cs"/>
              </a:defRPr>
            </a:lvl7pPr>
            <a:lvl8pPr marL="3200400" algn="l" defTabSz="914400" rtl="0" eaLnBrk="1" latinLnBrk="0" hangingPunct="1">
              <a:defRPr i="1" kern="1200">
                <a:solidFill>
                  <a:schemeClr val="tx1"/>
                </a:solidFill>
                <a:latin typeface="Arial" pitchFamily="34" charset="0"/>
                <a:ea typeface="华文细黑" pitchFamily="2" charset="-122"/>
                <a:cs typeface="+mn-cs"/>
              </a:defRPr>
            </a:lvl8pPr>
            <a:lvl9pPr marL="3657600" algn="l" defTabSz="914400" rtl="0" eaLnBrk="1" latinLnBrk="0" hangingPunct="1">
              <a:defRPr i="1" kern="1200">
                <a:solidFill>
                  <a:schemeClr val="tx1"/>
                </a:solidFill>
                <a:latin typeface="Arial" pitchFamily="34" charset="0"/>
                <a:ea typeface="华文细黑" pitchFamily="2" charset="-122"/>
                <a:cs typeface="+mn-cs"/>
              </a:defRPr>
            </a:lvl9pPr>
          </a:lstStyle>
          <a:p>
            <a:pPr>
              <a:defRPr/>
            </a:pPr>
            <a:r>
              <a:rPr lang="en-US" altLang="zh-CN" sz="1400">
                <a:solidFill>
                  <a:srgbClr val="0D7157"/>
                </a:solidFill>
              </a:rPr>
              <a:t> -</a:t>
            </a:r>
            <a:fld id="{01D71506-0713-46DD-9483-17E15EDE737E}" type="slidenum">
              <a:rPr lang="en-US" altLang="zh-CN" sz="1400" smtClean="0">
                <a:solidFill>
                  <a:srgbClr val="0D7157"/>
                </a:solidFill>
              </a:rPr>
              <a:pPr>
                <a:defRPr/>
              </a:pPr>
              <a:t>15</a:t>
            </a:fld>
            <a:r>
              <a:rPr lang="en-US" altLang="zh-CN" sz="1400">
                <a:solidFill>
                  <a:srgbClr val="0D7157"/>
                </a:solidFill>
              </a:rPr>
              <a:t>- </a:t>
            </a:r>
            <a:endParaRPr lang="en-US" altLang="zh-CN" sz="1400" dirty="0">
              <a:solidFill>
                <a:srgbClr val="0D7157"/>
              </a:solidFill>
            </a:endParaRPr>
          </a:p>
        </p:txBody>
      </p:sp>
      <p:grpSp>
        <p:nvGrpSpPr>
          <p:cNvPr id="12" name="组合 11">
            <a:extLst>
              <a:ext uri="{FF2B5EF4-FFF2-40B4-BE49-F238E27FC236}">
                <a16:creationId xmlns:a16="http://schemas.microsoft.com/office/drawing/2014/main" id="{9C0C6398-843F-495A-B7EE-0259517B1261}"/>
              </a:ext>
            </a:extLst>
          </p:cNvPr>
          <p:cNvGrpSpPr/>
          <p:nvPr/>
        </p:nvGrpSpPr>
        <p:grpSpPr>
          <a:xfrm>
            <a:off x="5267653" y="1670367"/>
            <a:ext cx="3798163" cy="5216233"/>
            <a:chOff x="4888637" y="1361525"/>
            <a:chExt cx="3798163" cy="5216233"/>
          </a:xfrm>
        </p:grpSpPr>
        <p:grpSp>
          <p:nvGrpSpPr>
            <p:cNvPr id="13" name="组合 12">
              <a:extLst>
                <a:ext uri="{FF2B5EF4-FFF2-40B4-BE49-F238E27FC236}">
                  <a16:creationId xmlns:a16="http://schemas.microsoft.com/office/drawing/2014/main" id="{71E04B07-4FE6-4AEB-87D7-565FAC7DBBD9}"/>
                </a:ext>
              </a:extLst>
            </p:cNvPr>
            <p:cNvGrpSpPr/>
            <p:nvPr/>
          </p:nvGrpSpPr>
          <p:grpSpPr>
            <a:xfrm>
              <a:off x="4888637" y="1361525"/>
              <a:ext cx="3798163" cy="5216233"/>
              <a:chOff x="2987522" y="1988835"/>
              <a:chExt cx="3657496" cy="3820345"/>
            </a:xfrm>
          </p:grpSpPr>
          <p:sp>
            <p:nvSpPr>
              <p:cNvPr id="15" name="文本框 14">
                <a:extLst>
                  <a:ext uri="{FF2B5EF4-FFF2-40B4-BE49-F238E27FC236}">
                    <a16:creationId xmlns:a16="http://schemas.microsoft.com/office/drawing/2014/main" id="{7FE3D68C-B2C4-4D51-9AF5-D6711C93A3A2}"/>
                  </a:ext>
                </a:extLst>
              </p:cNvPr>
              <p:cNvSpPr txBox="1"/>
              <p:nvPr/>
            </p:nvSpPr>
            <p:spPr>
              <a:xfrm>
                <a:off x="3563888" y="3495936"/>
                <a:ext cx="2088232" cy="2237320"/>
              </a:xfrm>
              <a:prstGeom prst="rect">
                <a:avLst/>
              </a:prstGeom>
              <a:solidFill>
                <a:schemeClr val="bg2"/>
              </a:solidFill>
              <a:ln>
                <a:solidFill>
                  <a:schemeClr val="tx1"/>
                </a:solidFill>
              </a:ln>
            </p:spPr>
            <p:txBody>
              <a:bodyPr wrap="square" rtlCol="0" anchor="ctr" anchorCtr="0">
                <a:noAutofit/>
              </a:bodyPr>
              <a:lstStyle/>
              <a:p>
                <a:pPr algn="l"/>
                <a:r>
                  <a:rPr lang="en-US" altLang="zh-CN" sz="1600" i="0" dirty="0">
                    <a:solidFill>
                      <a:srgbClr val="000000"/>
                    </a:solidFill>
                    <a:latin typeface="楷体" panose="02010609060101010101" pitchFamily="49" charset="-122"/>
                    <a:ea typeface="楷体" panose="02010609060101010101" pitchFamily="49" charset="-122"/>
                  </a:rPr>
                  <a:t>…</a:t>
                </a:r>
                <a:endParaRPr lang="zh-CN" altLang="en-US" sz="1600" i="0" dirty="0">
                  <a:solidFill>
                    <a:srgbClr val="000000"/>
                  </a:solidFill>
                  <a:latin typeface="楷体" panose="02010609060101010101" pitchFamily="49" charset="-122"/>
                  <a:ea typeface="楷体" panose="02010609060101010101" pitchFamily="49" charset="-122"/>
                </a:endParaRPr>
              </a:p>
            </p:txBody>
          </p:sp>
          <p:sp>
            <p:nvSpPr>
              <p:cNvPr id="16" name="文本框 15">
                <a:extLst>
                  <a:ext uri="{FF2B5EF4-FFF2-40B4-BE49-F238E27FC236}">
                    <a16:creationId xmlns:a16="http://schemas.microsoft.com/office/drawing/2014/main" id="{63F203F3-F245-42B3-B7E9-A0747F4055C8}"/>
                  </a:ext>
                </a:extLst>
              </p:cNvPr>
              <p:cNvSpPr txBox="1"/>
              <p:nvPr/>
            </p:nvSpPr>
            <p:spPr>
              <a:xfrm>
                <a:off x="3563888" y="1988840"/>
                <a:ext cx="2088232" cy="1507092"/>
              </a:xfrm>
              <a:prstGeom prst="rect">
                <a:avLst/>
              </a:prstGeom>
              <a:solidFill>
                <a:schemeClr val="bg1"/>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endParaRPr lang="en-US" altLang="zh-CN" dirty="0">
                  <a:solidFill>
                    <a:srgbClr val="000000"/>
                  </a:solidFill>
                </a:endParaRPr>
              </a:p>
            </p:txBody>
          </p:sp>
          <p:grpSp>
            <p:nvGrpSpPr>
              <p:cNvPr id="17" name="组合 16">
                <a:extLst>
                  <a:ext uri="{FF2B5EF4-FFF2-40B4-BE49-F238E27FC236}">
                    <a16:creationId xmlns:a16="http://schemas.microsoft.com/office/drawing/2014/main" id="{5112637C-5015-40C6-9499-958131526471}"/>
                  </a:ext>
                </a:extLst>
              </p:cNvPr>
              <p:cNvGrpSpPr/>
              <p:nvPr/>
            </p:nvGrpSpPr>
            <p:grpSpPr>
              <a:xfrm>
                <a:off x="2987522" y="3328229"/>
                <a:ext cx="616067" cy="355654"/>
                <a:chOff x="3175275" y="3298156"/>
                <a:chExt cx="346538" cy="355654"/>
              </a:xfrm>
            </p:grpSpPr>
            <p:sp>
              <p:nvSpPr>
                <p:cNvPr id="35" name="文本框 34">
                  <a:extLst>
                    <a:ext uri="{FF2B5EF4-FFF2-40B4-BE49-F238E27FC236}">
                      <a16:creationId xmlns:a16="http://schemas.microsoft.com/office/drawing/2014/main" id="{F02353CE-A413-4E50-849D-5A8E3547E0A4}"/>
                    </a:ext>
                  </a:extLst>
                </p:cNvPr>
                <p:cNvSpPr txBox="1"/>
                <p:nvPr/>
              </p:nvSpPr>
              <p:spPr>
                <a:xfrm>
                  <a:off x="3175275" y="3298156"/>
                  <a:ext cx="346538" cy="355654"/>
                </a:xfrm>
                <a:prstGeom prst="rect">
                  <a:avLst/>
                </a:prstGeom>
                <a:noFill/>
              </p:spPr>
              <p:txBody>
                <a:bodyPr wrap="square" rtlCol="0">
                  <a:spAutoFit/>
                </a:bodyPr>
                <a:lstStyle/>
                <a:p>
                  <a:pPr algn="l"/>
                  <a:r>
                    <a:rPr lang="en-US" altLang="zh-CN" dirty="0">
                      <a:solidFill>
                        <a:srgbClr val="FF0000"/>
                      </a:solidFill>
                      <a:latin typeface="Cambria Math" panose="02040503050406030204" pitchFamily="18" charset="0"/>
                      <a:ea typeface="Cambria Math" panose="02040503050406030204" pitchFamily="18" charset="0"/>
                    </a:rPr>
                    <a:t>EBP</a:t>
                  </a:r>
                  <a:endParaRPr lang="zh-CN" altLang="en-US" dirty="0">
                    <a:solidFill>
                      <a:srgbClr val="FF0000"/>
                    </a:solidFill>
                    <a:latin typeface="Cambria Math" panose="02040503050406030204" pitchFamily="18" charset="0"/>
                  </a:endParaRPr>
                </a:p>
              </p:txBody>
            </p:sp>
            <p:cxnSp>
              <p:nvCxnSpPr>
                <p:cNvPr id="36" name="直接箭头连接符 35">
                  <a:extLst>
                    <a:ext uri="{FF2B5EF4-FFF2-40B4-BE49-F238E27FC236}">
                      <a16:creationId xmlns:a16="http://schemas.microsoft.com/office/drawing/2014/main" id="{1317B2D1-2C68-4846-9782-2BB1F25087D1}"/>
                    </a:ext>
                  </a:extLst>
                </p:cNvPr>
                <p:cNvCxnSpPr/>
                <p:nvPr/>
              </p:nvCxnSpPr>
              <p:spPr>
                <a:xfrm>
                  <a:off x="3208349" y="3525198"/>
                  <a:ext cx="28353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3A857BE2-5B40-455C-9DFB-9112E49DB618}"/>
                  </a:ext>
                </a:extLst>
              </p:cNvPr>
              <p:cNvGrpSpPr/>
              <p:nvPr/>
            </p:nvGrpSpPr>
            <p:grpSpPr>
              <a:xfrm>
                <a:off x="2987522" y="5453526"/>
                <a:ext cx="621649" cy="355654"/>
                <a:chOff x="2929021" y="4752114"/>
                <a:chExt cx="621649" cy="355654"/>
              </a:xfrm>
            </p:grpSpPr>
            <p:sp>
              <p:nvSpPr>
                <p:cNvPr id="33" name="文本框 32">
                  <a:extLst>
                    <a:ext uri="{FF2B5EF4-FFF2-40B4-BE49-F238E27FC236}">
                      <a16:creationId xmlns:a16="http://schemas.microsoft.com/office/drawing/2014/main" id="{3E745B30-AB66-4372-969B-B39F403EE594}"/>
                    </a:ext>
                  </a:extLst>
                </p:cNvPr>
                <p:cNvSpPr txBox="1"/>
                <p:nvPr/>
              </p:nvSpPr>
              <p:spPr>
                <a:xfrm>
                  <a:off x="2929021" y="4752114"/>
                  <a:ext cx="621649" cy="355654"/>
                </a:xfrm>
                <a:prstGeom prst="rect">
                  <a:avLst/>
                </a:prstGeom>
                <a:noFill/>
              </p:spPr>
              <p:txBody>
                <a:bodyPr wrap="square" rtlCol="0">
                  <a:spAutoFit/>
                </a:bodyPr>
                <a:lstStyle/>
                <a:p>
                  <a:pPr algn="l"/>
                  <a:r>
                    <a:rPr lang="en-US" altLang="zh-CN" dirty="0">
                      <a:solidFill>
                        <a:srgbClr val="000000"/>
                      </a:solidFill>
                      <a:latin typeface="Cambria Math" panose="02040503050406030204" pitchFamily="18" charset="0"/>
                      <a:ea typeface="Cambria Math" panose="02040503050406030204" pitchFamily="18" charset="0"/>
                    </a:rPr>
                    <a:t>ESP</a:t>
                  </a:r>
                  <a:endParaRPr lang="zh-CN" altLang="en-US" dirty="0">
                    <a:solidFill>
                      <a:srgbClr val="000000"/>
                    </a:solidFill>
                    <a:latin typeface="Cambria Math" panose="02040503050406030204" pitchFamily="18" charset="0"/>
                  </a:endParaRPr>
                </a:p>
              </p:txBody>
            </p:sp>
            <p:cxnSp>
              <p:nvCxnSpPr>
                <p:cNvPr id="34" name="直接箭头连接符 33">
                  <a:extLst>
                    <a:ext uri="{FF2B5EF4-FFF2-40B4-BE49-F238E27FC236}">
                      <a16:creationId xmlns:a16="http://schemas.microsoft.com/office/drawing/2014/main" id="{8FDF341F-05AB-4329-812B-927D7A2A7764}"/>
                    </a:ext>
                  </a:extLst>
                </p:cNvPr>
                <p:cNvCxnSpPr/>
                <p:nvPr/>
              </p:nvCxnSpPr>
              <p:spPr>
                <a:xfrm>
                  <a:off x="2987819" y="4963904"/>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id="{2598B13C-543A-418D-A2BE-5EDAF3D730C5}"/>
                  </a:ext>
                </a:extLst>
              </p:cNvPr>
              <p:cNvSpPr txBox="1"/>
              <p:nvPr/>
            </p:nvSpPr>
            <p:spPr>
              <a:xfrm>
                <a:off x="3570572" y="3244955"/>
                <a:ext cx="2088232" cy="338554"/>
              </a:xfrm>
              <a:prstGeom prst="rect">
                <a:avLst/>
              </a:prstGeom>
              <a:solidFill>
                <a:srgbClr val="92D05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test() EBP</a:t>
                </a:r>
                <a:r>
                  <a:rPr lang="zh-CN" altLang="en-US" dirty="0">
                    <a:solidFill>
                      <a:srgbClr val="000000"/>
                    </a:solidFill>
                  </a:rPr>
                  <a:t>值</a:t>
                </a:r>
              </a:p>
            </p:txBody>
          </p:sp>
          <p:sp>
            <p:nvSpPr>
              <p:cNvPr id="20" name="文本框 19">
                <a:extLst>
                  <a:ext uri="{FF2B5EF4-FFF2-40B4-BE49-F238E27FC236}">
                    <a16:creationId xmlns:a16="http://schemas.microsoft.com/office/drawing/2014/main" id="{39162781-3E7E-49C7-90E9-363A88CAB1E7}"/>
                  </a:ext>
                </a:extLst>
              </p:cNvPr>
              <p:cNvSpPr txBox="1"/>
              <p:nvPr/>
            </p:nvSpPr>
            <p:spPr>
              <a:xfrm>
                <a:off x="3554381" y="391494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[31-28]</a:t>
                </a:r>
                <a:endParaRPr lang="zh-CN" altLang="en-US" dirty="0">
                  <a:solidFill>
                    <a:srgbClr val="000000"/>
                  </a:solidFill>
                </a:endParaRPr>
              </a:p>
            </p:txBody>
          </p:sp>
          <p:sp>
            <p:nvSpPr>
              <p:cNvPr id="21" name="文本框 20">
                <a:extLst>
                  <a:ext uri="{FF2B5EF4-FFF2-40B4-BE49-F238E27FC236}">
                    <a16:creationId xmlns:a16="http://schemas.microsoft.com/office/drawing/2014/main" id="{D4A8588F-14B4-4DB6-B589-D57F7546AAEA}"/>
                  </a:ext>
                </a:extLst>
              </p:cNvPr>
              <p:cNvSpPr txBox="1"/>
              <p:nvPr/>
            </p:nvSpPr>
            <p:spPr>
              <a:xfrm>
                <a:off x="3554381" y="4220792"/>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err="1">
                    <a:solidFill>
                      <a:srgbClr val="000000"/>
                    </a:solidFill>
                  </a:rPr>
                  <a:t>buf</a:t>
                </a:r>
                <a:r>
                  <a:rPr lang="en-US" altLang="zh-CN" dirty="0">
                    <a:solidFill>
                      <a:srgbClr val="000000"/>
                    </a:solidFill>
                  </a:rPr>
                  <a:t>[27-24]</a:t>
                </a:r>
                <a:endParaRPr lang="zh-CN" altLang="en-US" dirty="0">
                  <a:solidFill>
                    <a:srgbClr val="000000"/>
                  </a:solidFill>
                </a:endParaRPr>
              </a:p>
            </p:txBody>
          </p:sp>
          <p:sp>
            <p:nvSpPr>
              <p:cNvPr id="22" name="文本框 21">
                <a:extLst>
                  <a:ext uri="{FF2B5EF4-FFF2-40B4-BE49-F238E27FC236}">
                    <a16:creationId xmlns:a16="http://schemas.microsoft.com/office/drawing/2014/main" id="{3DB2BCEE-101B-4E16-8853-379408716F56}"/>
                  </a:ext>
                </a:extLst>
              </p:cNvPr>
              <p:cNvSpPr txBox="1"/>
              <p:nvPr/>
            </p:nvSpPr>
            <p:spPr>
              <a:xfrm>
                <a:off x="3554381" y="4558799"/>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en-US" altLang="zh-CN" dirty="0">
                    <a:solidFill>
                      <a:srgbClr val="000000"/>
                    </a:solidFill>
                  </a:rPr>
                  <a:t>…</a:t>
                </a:r>
                <a:endParaRPr lang="zh-CN" altLang="en-US" dirty="0">
                  <a:solidFill>
                    <a:srgbClr val="000000"/>
                  </a:solidFill>
                </a:endParaRPr>
              </a:p>
            </p:txBody>
          </p:sp>
          <p:sp>
            <p:nvSpPr>
              <p:cNvPr id="23" name="文本框 22">
                <a:extLst>
                  <a:ext uri="{FF2B5EF4-FFF2-40B4-BE49-F238E27FC236}">
                    <a16:creationId xmlns:a16="http://schemas.microsoft.com/office/drawing/2014/main" id="{095998D7-F336-4555-B684-BD8DAB821DA7}"/>
                  </a:ext>
                </a:extLst>
              </p:cNvPr>
              <p:cNvSpPr txBox="1"/>
              <p:nvPr/>
            </p:nvSpPr>
            <p:spPr>
              <a:xfrm>
                <a:off x="3554381" y="4884723"/>
                <a:ext cx="2088232" cy="338554"/>
              </a:xfrm>
              <a:prstGeom prst="rect">
                <a:avLst/>
              </a:prstGeom>
              <a:solidFill>
                <a:srgbClr val="66FF66"/>
              </a:solidFill>
              <a:ln>
                <a:solidFill>
                  <a:schemeClr val="tx1"/>
                </a:solidFill>
              </a:ln>
            </p:spPr>
            <p:txBody>
              <a:bodyPr wrap="square" rtlCol="0" anchor="ctr" anchorCtr="0">
                <a:noAutofit/>
              </a:bodyPr>
              <a:lstStyle>
                <a:defPPr>
                  <a:defRPr lang="zh-CN"/>
                </a:defPPr>
                <a:lvl1pPr algn="ctr">
                  <a:defRPr sz="1600" i="0">
                    <a:solidFill>
                      <a:srgbClr val="000000"/>
                    </a:solidFill>
                    <a:latin typeface="楷体" panose="02010609060101010101" pitchFamily="49" charset="-122"/>
                    <a:ea typeface="楷体" panose="02010609060101010101" pitchFamily="49" charset="-122"/>
                  </a:defRPr>
                </a:lvl1pPr>
              </a:lstStyle>
              <a:p>
                <a:pPr algn="l"/>
                <a:r>
                  <a:rPr lang="en-US" altLang="zh-CN" dirty="0" err="1"/>
                  <a:t>buf</a:t>
                </a:r>
                <a:r>
                  <a:rPr lang="en-US" altLang="zh-CN" dirty="0"/>
                  <a:t>[03-00]</a:t>
                </a:r>
                <a:endParaRPr lang="zh-CN" altLang="en-US" dirty="0"/>
              </a:p>
            </p:txBody>
          </p:sp>
          <p:grpSp>
            <p:nvGrpSpPr>
              <p:cNvPr id="24" name="组合 23">
                <a:extLst>
                  <a:ext uri="{FF2B5EF4-FFF2-40B4-BE49-F238E27FC236}">
                    <a16:creationId xmlns:a16="http://schemas.microsoft.com/office/drawing/2014/main" id="{D93B0F92-98C7-4324-9F34-EEEA4145931A}"/>
                  </a:ext>
                </a:extLst>
              </p:cNvPr>
              <p:cNvGrpSpPr/>
              <p:nvPr/>
            </p:nvGrpSpPr>
            <p:grpSpPr>
              <a:xfrm>
                <a:off x="5733870" y="3247035"/>
                <a:ext cx="911148" cy="1964851"/>
                <a:chOff x="7966118" y="1786263"/>
                <a:chExt cx="911148" cy="3194210"/>
              </a:xfrm>
            </p:grpSpPr>
            <p:sp>
              <p:nvSpPr>
                <p:cNvPr id="31" name="右大括号 30">
                  <a:extLst>
                    <a:ext uri="{FF2B5EF4-FFF2-40B4-BE49-F238E27FC236}">
                      <a16:creationId xmlns:a16="http://schemas.microsoft.com/office/drawing/2014/main" id="{5AE26D66-83B6-4971-AB65-E59FABBEFF16}"/>
                    </a:ext>
                  </a:extLst>
                </p:cNvPr>
                <p:cNvSpPr/>
                <p:nvPr/>
              </p:nvSpPr>
              <p:spPr>
                <a:xfrm>
                  <a:off x="7966118" y="1786263"/>
                  <a:ext cx="114118" cy="3194210"/>
                </a:xfrm>
                <a:prstGeom prst="rightBrace">
                  <a:avLst/>
                </a:prstGeom>
                <a:ln>
                  <a:solidFill>
                    <a:srgbClr val="0D7157"/>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32" name="文本框 31">
                  <a:extLst>
                    <a:ext uri="{FF2B5EF4-FFF2-40B4-BE49-F238E27FC236}">
                      <a16:creationId xmlns:a16="http://schemas.microsoft.com/office/drawing/2014/main" id="{D5839F1E-7305-4545-B45F-3835183564A6}"/>
                    </a:ext>
                  </a:extLst>
                </p:cNvPr>
                <p:cNvSpPr txBox="1"/>
                <p:nvPr/>
              </p:nvSpPr>
              <p:spPr>
                <a:xfrm>
                  <a:off x="8080236" y="2825382"/>
                  <a:ext cx="797030" cy="622965"/>
                </a:xfrm>
                <a:prstGeom prst="rect">
                  <a:avLst/>
                </a:prstGeom>
                <a:solidFill>
                  <a:srgbClr val="86BC64"/>
                </a:solidFill>
                <a:ln>
                  <a:solidFill>
                    <a:schemeClr val="tx1"/>
                  </a:solidFill>
                </a:ln>
              </p:spPr>
              <p:txBody>
                <a:bodyPr wrap="square" rtlCol="0">
                  <a:spAutoFit/>
                </a:bodyPr>
                <a:lstStyle/>
                <a:p>
                  <a:pPr algn="l"/>
                  <a:r>
                    <a:rPr lang="en-US" altLang="zh-CN" sz="1400" i="0" dirty="0" err="1">
                      <a:solidFill>
                        <a:srgbClr val="000000"/>
                      </a:solidFill>
                      <a:latin typeface="楷体" panose="02010609060101010101" pitchFamily="49" charset="-122"/>
                      <a:ea typeface="楷体" panose="02010609060101010101" pitchFamily="49" charset="-122"/>
                    </a:rPr>
                    <a:t>getbuf</a:t>
                  </a:r>
                  <a:r>
                    <a:rPr lang="zh-CN" altLang="en-US" sz="1400" i="0" dirty="0">
                      <a:solidFill>
                        <a:srgbClr val="000000"/>
                      </a:solidFill>
                      <a:latin typeface="楷体" panose="02010609060101010101" pitchFamily="49" charset="-122"/>
                      <a:ea typeface="楷体" panose="02010609060101010101" pitchFamily="49" charset="-122"/>
                    </a:rPr>
                    <a:t>栈帧</a:t>
                  </a:r>
                </a:p>
              </p:txBody>
            </p:sp>
          </p:grpSp>
          <p:sp>
            <p:nvSpPr>
              <p:cNvPr id="25" name="文本框 24">
                <a:extLst>
                  <a:ext uri="{FF2B5EF4-FFF2-40B4-BE49-F238E27FC236}">
                    <a16:creationId xmlns:a16="http://schemas.microsoft.com/office/drawing/2014/main" id="{7C482C0B-4541-41A0-BC37-DE8336F2FBB7}"/>
                  </a:ext>
                </a:extLst>
              </p:cNvPr>
              <p:cNvSpPr txBox="1"/>
              <p:nvPr/>
            </p:nvSpPr>
            <p:spPr>
              <a:xfrm>
                <a:off x="3574337" y="2915297"/>
                <a:ext cx="2084621"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返回地址</a:t>
                </a:r>
              </a:p>
            </p:txBody>
          </p:sp>
          <p:sp>
            <p:nvSpPr>
              <p:cNvPr id="26" name="文本框 25">
                <a:extLst>
                  <a:ext uri="{FF2B5EF4-FFF2-40B4-BE49-F238E27FC236}">
                    <a16:creationId xmlns:a16="http://schemas.microsoft.com/office/drawing/2014/main" id="{8C817F9D-3023-47BB-ACEA-458D6F69CDDF}"/>
                  </a:ext>
                </a:extLst>
              </p:cNvPr>
              <p:cNvSpPr txBox="1"/>
              <p:nvPr/>
            </p:nvSpPr>
            <p:spPr>
              <a:xfrm>
                <a:off x="3574338" y="2591979"/>
                <a:ext cx="2084620"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sp>
            <p:nvSpPr>
              <p:cNvPr id="27" name="文本框 26">
                <a:extLst>
                  <a:ext uri="{FF2B5EF4-FFF2-40B4-BE49-F238E27FC236}">
                    <a16:creationId xmlns:a16="http://schemas.microsoft.com/office/drawing/2014/main" id="{F55D5173-D985-4CB3-A0F0-0935800CB676}"/>
                  </a:ext>
                </a:extLst>
              </p:cNvPr>
              <p:cNvSpPr txBox="1"/>
              <p:nvPr/>
            </p:nvSpPr>
            <p:spPr>
              <a:xfrm>
                <a:off x="3574337" y="2265490"/>
                <a:ext cx="2084467" cy="338554"/>
              </a:xfrm>
              <a:prstGeom prst="rect">
                <a:avLst/>
              </a:prstGeom>
              <a:solidFill>
                <a:srgbClr val="FFC000"/>
              </a:solidFill>
              <a:ln>
                <a:solidFill>
                  <a:schemeClr val="tx1"/>
                </a:solidFill>
              </a:ln>
            </p:spPr>
            <p:txBody>
              <a:bodyPr wrap="square" rtlCol="0" anchor="ctr" anchorCtr="0">
                <a:noAutofit/>
              </a:bodyPr>
              <a:lstStyle>
                <a:defPPr>
                  <a:defRPr lang="zh-CN"/>
                </a:defPPr>
                <a:lvl1pPr algn="ctr">
                  <a:defRPr sz="1600" i="0">
                    <a:solidFill>
                      <a:schemeClr val="tx1"/>
                    </a:solidFill>
                    <a:latin typeface="楷体" panose="02010609060101010101" pitchFamily="49" charset="-122"/>
                    <a:ea typeface="楷体" panose="02010609060101010101" pitchFamily="49" charset="-122"/>
                  </a:defRPr>
                </a:lvl1pPr>
                <a:lvl2pPr>
                  <a:defRPr>
                    <a:solidFill>
                      <a:schemeClr val="tx1"/>
                    </a:solidFill>
                    <a:latin typeface="Arial" pitchFamily="34" charset="0"/>
                    <a:ea typeface="华文细黑" pitchFamily="2" charset="-122"/>
                  </a:defRPr>
                </a:lvl2pPr>
                <a:lvl3pPr>
                  <a:defRPr>
                    <a:solidFill>
                      <a:schemeClr val="tx1"/>
                    </a:solidFill>
                    <a:latin typeface="Arial" pitchFamily="34" charset="0"/>
                    <a:ea typeface="华文细黑" pitchFamily="2" charset="-122"/>
                  </a:defRPr>
                </a:lvl3pPr>
                <a:lvl4pPr>
                  <a:defRPr>
                    <a:solidFill>
                      <a:schemeClr val="tx1"/>
                    </a:solidFill>
                    <a:latin typeface="Arial" pitchFamily="34" charset="0"/>
                    <a:ea typeface="华文细黑" pitchFamily="2" charset="-122"/>
                  </a:defRPr>
                </a:lvl4pPr>
                <a:lvl5pPr>
                  <a:defRPr>
                    <a:solidFill>
                      <a:schemeClr val="tx1"/>
                    </a:solidFill>
                    <a:latin typeface="Arial" pitchFamily="34" charset="0"/>
                    <a:ea typeface="华文细黑" pitchFamily="2" charset="-122"/>
                  </a:defRPr>
                </a:lvl5pPr>
                <a:lvl6pPr>
                  <a:defRPr>
                    <a:solidFill>
                      <a:schemeClr val="tx1"/>
                    </a:solidFill>
                    <a:latin typeface="Arial" pitchFamily="34" charset="0"/>
                    <a:ea typeface="华文细黑" pitchFamily="2" charset="-122"/>
                  </a:defRPr>
                </a:lvl6pPr>
                <a:lvl7pPr>
                  <a:defRPr>
                    <a:solidFill>
                      <a:schemeClr val="tx1"/>
                    </a:solidFill>
                    <a:latin typeface="Arial" pitchFamily="34" charset="0"/>
                    <a:ea typeface="华文细黑" pitchFamily="2" charset="-122"/>
                  </a:defRPr>
                </a:lvl7pPr>
                <a:lvl8pPr>
                  <a:defRPr>
                    <a:solidFill>
                      <a:schemeClr val="tx1"/>
                    </a:solidFill>
                    <a:latin typeface="Arial" pitchFamily="34" charset="0"/>
                    <a:ea typeface="华文细黑" pitchFamily="2" charset="-122"/>
                  </a:defRPr>
                </a:lvl8pPr>
                <a:lvl9pPr>
                  <a:defRPr>
                    <a:solidFill>
                      <a:schemeClr val="tx1"/>
                    </a:solidFill>
                    <a:latin typeface="Arial" pitchFamily="34" charset="0"/>
                    <a:ea typeface="华文细黑" pitchFamily="2" charset="-122"/>
                  </a:defRPr>
                </a:lvl9pPr>
              </a:lstStyle>
              <a:p>
                <a:pPr algn="l"/>
                <a:r>
                  <a:rPr lang="zh-CN" altLang="en-US" dirty="0">
                    <a:solidFill>
                      <a:srgbClr val="000000"/>
                    </a:solidFill>
                  </a:rPr>
                  <a:t>函数参数区</a:t>
                </a:r>
              </a:p>
            </p:txBody>
          </p:sp>
          <p:grpSp>
            <p:nvGrpSpPr>
              <p:cNvPr id="28" name="组合 27">
                <a:extLst>
                  <a:ext uri="{FF2B5EF4-FFF2-40B4-BE49-F238E27FC236}">
                    <a16:creationId xmlns:a16="http://schemas.microsoft.com/office/drawing/2014/main" id="{4661198F-818D-49C3-8F9F-DC1DEB2CA002}"/>
                  </a:ext>
                </a:extLst>
              </p:cNvPr>
              <p:cNvGrpSpPr/>
              <p:nvPr/>
            </p:nvGrpSpPr>
            <p:grpSpPr>
              <a:xfrm>
                <a:off x="5733870" y="1988835"/>
                <a:ext cx="881488" cy="1258200"/>
                <a:chOff x="7980514" y="2383322"/>
                <a:chExt cx="881488" cy="2045425"/>
              </a:xfrm>
              <a:solidFill>
                <a:srgbClr val="FFC000"/>
              </a:solidFill>
            </p:grpSpPr>
            <p:sp>
              <p:nvSpPr>
                <p:cNvPr id="29" name="右大括号 28">
                  <a:extLst>
                    <a:ext uri="{FF2B5EF4-FFF2-40B4-BE49-F238E27FC236}">
                      <a16:creationId xmlns:a16="http://schemas.microsoft.com/office/drawing/2014/main" id="{8BE9B668-FD43-4F80-A7CD-659BD8A75AEF}"/>
                    </a:ext>
                  </a:extLst>
                </p:cNvPr>
                <p:cNvSpPr/>
                <p:nvPr/>
              </p:nvSpPr>
              <p:spPr>
                <a:xfrm>
                  <a:off x="7980514" y="2383322"/>
                  <a:ext cx="72009" cy="2045425"/>
                </a:xfrm>
                <a:prstGeom prst="rightBrace">
                  <a:avLst/>
                </a:prstGeom>
                <a:noFill/>
                <a:ln>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l"/>
                  <a:endParaRPr lang="zh-CN" altLang="en-US" dirty="0">
                    <a:solidFill>
                      <a:srgbClr val="000000"/>
                    </a:solidFill>
                  </a:endParaRPr>
                </a:p>
              </p:txBody>
            </p:sp>
            <p:sp>
              <p:nvSpPr>
                <p:cNvPr id="30" name="文本框 29">
                  <a:extLst>
                    <a:ext uri="{FF2B5EF4-FFF2-40B4-BE49-F238E27FC236}">
                      <a16:creationId xmlns:a16="http://schemas.microsoft.com/office/drawing/2014/main" id="{A3BE4C44-10BF-482C-B0CC-0474CC8726DB}"/>
                    </a:ext>
                  </a:extLst>
                </p:cNvPr>
                <p:cNvSpPr txBox="1"/>
                <p:nvPr/>
              </p:nvSpPr>
              <p:spPr>
                <a:xfrm>
                  <a:off x="8064972" y="3218404"/>
                  <a:ext cx="797030" cy="622965"/>
                </a:xfrm>
                <a:prstGeom prst="rect">
                  <a:avLst/>
                </a:prstGeom>
                <a:grpFill/>
                <a:ln>
                  <a:solidFill>
                    <a:schemeClr val="tx1"/>
                  </a:solidFill>
                </a:ln>
              </p:spPr>
              <p:txBody>
                <a:bodyPr wrap="square" rtlCol="0">
                  <a:spAutoFit/>
                </a:bodyPr>
                <a:lstStyle/>
                <a:p>
                  <a:pPr algn="l"/>
                  <a:r>
                    <a:rPr lang="en-US" altLang="zh-CN" sz="1400" i="0" dirty="0">
                      <a:solidFill>
                        <a:srgbClr val="000000"/>
                      </a:solidFill>
                      <a:latin typeface="楷体" panose="02010609060101010101" pitchFamily="49" charset="-122"/>
                      <a:ea typeface="楷体" panose="02010609060101010101" pitchFamily="49" charset="-122"/>
                    </a:rPr>
                    <a:t>test</a:t>
                  </a:r>
                </a:p>
                <a:p>
                  <a:pPr algn="l"/>
                  <a:r>
                    <a:rPr lang="zh-CN" altLang="en-US" sz="1400" i="0" dirty="0">
                      <a:solidFill>
                        <a:srgbClr val="000000"/>
                      </a:solidFill>
                      <a:latin typeface="楷体" panose="02010609060101010101" pitchFamily="49" charset="-122"/>
                      <a:ea typeface="楷体" panose="02010609060101010101" pitchFamily="49" charset="-122"/>
                    </a:rPr>
                    <a:t>栈帧</a:t>
                  </a:r>
                </a:p>
              </p:txBody>
            </p:sp>
          </p:grpSp>
        </p:grpSp>
        <p:pic>
          <p:nvPicPr>
            <p:cNvPr id="14" name="Picture 2">
              <a:extLst>
                <a:ext uri="{FF2B5EF4-FFF2-40B4-BE49-F238E27FC236}">
                  <a16:creationId xmlns:a16="http://schemas.microsoft.com/office/drawing/2014/main" id="{BA52E249-6EAC-4BFF-AA89-647916CAE7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2740" y="3522961"/>
              <a:ext cx="2212975"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0" name="文本框 39">
            <a:extLst>
              <a:ext uri="{FF2B5EF4-FFF2-40B4-BE49-F238E27FC236}">
                <a16:creationId xmlns:a16="http://schemas.microsoft.com/office/drawing/2014/main" id="{2DC3B163-BBC5-440B-8CF6-59322AC797A2}"/>
              </a:ext>
            </a:extLst>
          </p:cNvPr>
          <p:cNvSpPr txBox="1"/>
          <p:nvPr/>
        </p:nvSpPr>
        <p:spPr>
          <a:xfrm>
            <a:off x="4461588" y="5704373"/>
            <a:ext cx="1440160" cy="369332"/>
          </a:xfrm>
          <a:prstGeom prst="rect">
            <a:avLst/>
          </a:prstGeom>
          <a:noFill/>
        </p:spPr>
        <p:txBody>
          <a:bodyPr wrap="square" rtlCol="0">
            <a:spAutoFit/>
          </a:bodyPr>
          <a:lstStyle/>
          <a:p>
            <a:r>
              <a:rPr lang="en-US" altLang="zh-CN" dirty="0"/>
              <a:t>-0x28(%</a:t>
            </a:r>
            <a:r>
              <a:rPr lang="en-US" altLang="zh-CN" dirty="0" err="1"/>
              <a:t>ebp</a:t>
            </a:r>
            <a:r>
              <a:rPr lang="en-US" altLang="zh-CN" dirty="0"/>
              <a:t>)</a:t>
            </a:r>
            <a:endParaRPr lang="zh-CN" altLang="en-US" dirty="0"/>
          </a:p>
        </p:txBody>
      </p:sp>
      <p:cxnSp>
        <p:nvCxnSpPr>
          <p:cNvPr id="41" name="直接箭头连接符 40">
            <a:extLst>
              <a:ext uri="{FF2B5EF4-FFF2-40B4-BE49-F238E27FC236}">
                <a16:creationId xmlns:a16="http://schemas.microsoft.com/office/drawing/2014/main" id="{F49D2E43-8757-42D1-B4D2-62397D8364AB}"/>
              </a:ext>
            </a:extLst>
          </p:cNvPr>
          <p:cNvCxnSpPr/>
          <p:nvPr/>
        </p:nvCxnSpPr>
        <p:spPr>
          <a:xfrm>
            <a:off x="5342275" y="6100441"/>
            <a:ext cx="50405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左大括号 41">
            <a:extLst>
              <a:ext uri="{FF2B5EF4-FFF2-40B4-BE49-F238E27FC236}">
                <a16:creationId xmlns:a16="http://schemas.microsoft.com/office/drawing/2014/main" id="{AE11CBEB-1F0F-443D-90F3-3C11AA220EBC}"/>
              </a:ext>
            </a:extLst>
          </p:cNvPr>
          <p:cNvSpPr/>
          <p:nvPr/>
        </p:nvSpPr>
        <p:spPr>
          <a:xfrm>
            <a:off x="5580112" y="3900249"/>
            <a:ext cx="241644" cy="2186369"/>
          </a:xfrm>
          <a:prstGeom prst="leftBrace">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5675DC3C-CED9-4E2A-BC02-1A492199EF45}"/>
              </a:ext>
            </a:extLst>
          </p:cNvPr>
          <p:cNvSpPr txBox="1"/>
          <p:nvPr/>
        </p:nvSpPr>
        <p:spPr>
          <a:xfrm>
            <a:off x="4788024" y="4784254"/>
            <a:ext cx="757531" cy="369332"/>
          </a:xfrm>
          <a:prstGeom prst="rect">
            <a:avLst/>
          </a:prstGeom>
          <a:noFill/>
        </p:spPr>
        <p:txBody>
          <a:bodyPr wrap="square" rtlCol="0">
            <a:spAutoFit/>
          </a:bodyPr>
          <a:lstStyle/>
          <a:p>
            <a:r>
              <a:rPr lang="en-US" altLang="zh-CN" dirty="0"/>
              <a:t>0x28</a:t>
            </a:r>
            <a:endParaRPr lang="zh-CN" altLang="en-US" dirty="0"/>
          </a:p>
        </p:txBody>
      </p:sp>
      <p:sp>
        <p:nvSpPr>
          <p:cNvPr id="44" name="矩形 43">
            <a:extLst>
              <a:ext uri="{FF2B5EF4-FFF2-40B4-BE49-F238E27FC236}">
                <a16:creationId xmlns:a16="http://schemas.microsoft.com/office/drawing/2014/main" id="{C653C0C8-0349-46A9-AFE3-C8A00A1F3B24}"/>
              </a:ext>
            </a:extLst>
          </p:cNvPr>
          <p:cNvSpPr/>
          <p:nvPr/>
        </p:nvSpPr>
        <p:spPr>
          <a:xfrm>
            <a:off x="195240" y="2025342"/>
            <a:ext cx="881153" cy="17952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a:extLst>
              <a:ext uri="{FF2B5EF4-FFF2-40B4-BE49-F238E27FC236}">
                <a16:creationId xmlns:a16="http://schemas.microsoft.com/office/drawing/2014/main" id="{0DEE94FE-E5D1-4BCE-80E9-D5957F5D3A21}"/>
              </a:ext>
            </a:extLst>
          </p:cNvPr>
          <p:cNvCxnSpPr>
            <a:stCxn id="44" idx="3"/>
            <a:endCxn id="25" idx="1"/>
          </p:cNvCxnSpPr>
          <p:nvPr/>
        </p:nvCxnSpPr>
        <p:spPr>
          <a:xfrm>
            <a:off x="1076393" y="2115103"/>
            <a:ext cx="4800644" cy="10513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左大括号 48">
            <a:extLst>
              <a:ext uri="{FF2B5EF4-FFF2-40B4-BE49-F238E27FC236}">
                <a16:creationId xmlns:a16="http://schemas.microsoft.com/office/drawing/2014/main" id="{DF4F5288-3A2B-4B16-83D1-6EEF3D4ECDF4}"/>
              </a:ext>
            </a:extLst>
          </p:cNvPr>
          <p:cNvSpPr/>
          <p:nvPr/>
        </p:nvSpPr>
        <p:spPr>
          <a:xfrm>
            <a:off x="5545556" y="2952753"/>
            <a:ext cx="314644" cy="888628"/>
          </a:xfrm>
          <a:prstGeom prst="leftBrace">
            <a:avLst/>
          </a:prstGeom>
          <a:ln w="1905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43F0F928-1CF0-4995-B87E-658B374A9D0A}"/>
              </a:ext>
            </a:extLst>
          </p:cNvPr>
          <p:cNvSpPr txBox="1"/>
          <p:nvPr/>
        </p:nvSpPr>
        <p:spPr>
          <a:xfrm>
            <a:off x="4853922" y="3222636"/>
            <a:ext cx="757531" cy="369332"/>
          </a:xfrm>
          <a:prstGeom prst="rect">
            <a:avLst/>
          </a:prstGeom>
          <a:noFill/>
        </p:spPr>
        <p:txBody>
          <a:bodyPr wrap="square" rtlCol="0">
            <a:spAutoFit/>
          </a:bodyPr>
          <a:lstStyle/>
          <a:p>
            <a:pPr algn="l"/>
            <a:r>
              <a:rPr lang="en-US" altLang="zh-CN" dirty="0"/>
              <a:t>8</a:t>
            </a:r>
            <a:endParaRPr lang="zh-CN" altLang="en-US" dirty="0"/>
          </a:p>
        </p:txBody>
      </p:sp>
      <p:sp>
        <p:nvSpPr>
          <p:cNvPr id="53" name="左大括号 52">
            <a:extLst>
              <a:ext uri="{FF2B5EF4-FFF2-40B4-BE49-F238E27FC236}">
                <a16:creationId xmlns:a16="http://schemas.microsoft.com/office/drawing/2014/main" id="{23EC3901-A15D-4E86-A087-382CA4EBEF07}"/>
              </a:ext>
            </a:extLst>
          </p:cNvPr>
          <p:cNvSpPr/>
          <p:nvPr/>
        </p:nvSpPr>
        <p:spPr>
          <a:xfrm>
            <a:off x="4740225" y="3397598"/>
            <a:ext cx="176790" cy="1606757"/>
          </a:xfrm>
          <a:prstGeom prst="leftBrace">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标注: 线形 54">
            <a:extLst>
              <a:ext uri="{FF2B5EF4-FFF2-40B4-BE49-F238E27FC236}">
                <a16:creationId xmlns:a16="http://schemas.microsoft.com/office/drawing/2014/main" id="{A4BF8287-E85D-40F7-AE46-1E9EE9BAB541}"/>
              </a:ext>
            </a:extLst>
          </p:cNvPr>
          <p:cNvSpPr/>
          <p:nvPr/>
        </p:nvSpPr>
        <p:spPr>
          <a:xfrm>
            <a:off x="419332" y="3728131"/>
            <a:ext cx="2592288" cy="1165820"/>
          </a:xfrm>
          <a:prstGeom prst="borderCallout1">
            <a:avLst>
              <a:gd name="adj1" fmla="val 40394"/>
              <a:gd name="adj2" fmla="val 103000"/>
              <a:gd name="adj3" fmla="val 43090"/>
              <a:gd name="adj4" fmla="val 140976"/>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dirty="0"/>
              <a:t>所以攻击字符串需要</a:t>
            </a:r>
            <a:r>
              <a:rPr lang="en-US" altLang="zh-CN" dirty="0"/>
              <a:t>0x30</a:t>
            </a:r>
            <a:r>
              <a:rPr lang="zh-CN" altLang="en-US" dirty="0"/>
              <a:t>字节长，最后四个字节存放</a:t>
            </a:r>
            <a:r>
              <a:rPr lang="en-US" altLang="zh-CN" dirty="0"/>
              <a:t>smoke</a:t>
            </a:r>
            <a:r>
              <a:rPr lang="zh-CN" altLang="en-US" dirty="0"/>
              <a:t>函数的起始地址</a:t>
            </a:r>
          </a:p>
        </p:txBody>
      </p:sp>
      <p:sp>
        <p:nvSpPr>
          <p:cNvPr id="56" name="文本框 55">
            <a:extLst>
              <a:ext uri="{FF2B5EF4-FFF2-40B4-BE49-F238E27FC236}">
                <a16:creationId xmlns:a16="http://schemas.microsoft.com/office/drawing/2014/main" id="{C08441F8-0B9F-48D7-BB0C-8A6EAF687B84}"/>
              </a:ext>
            </a:extLst>
          </p:cNvPr>
          <p:cNvSpPr txBox="1"/>
          <p:nvPr/>
        </p:nvSpPr>
        <p:spPr>
          <a:xfrm>
            <a:off x="3967898" y="4072309"/>
            <a:ext cx="727897" cy="369332"/>
          </a:xfrm>
          <a:prstGeom prst="rect">
            <a:avLst/>
          </a:prstGeom>
          <a:noFill/>
        </p:spPr>
        <p:txBody>
          <a:bodyPr wrap="square" rtlCol="0">
            <a:spAutoFit/>
          </a:bodyPr>
          <a:lstStyle/>
          <a:p>
            <a:r>
              <a:rPr lang="en-US" altLang="zh-CN" dirty="0"/>
              <a:t>0x30</a:t>
            </a:r>
            <a:endParaRPr lang="zh-CN" altLang="en-US" dirty="0"/>
          </a:p>
        </p:txBody>
      </p:sp>
      <p:sp>
        <p:nvSpPr>
          <p:cNvPr id="5" name="灯片编号占位符 4">
            <a:extLst>
              <a:ext uri="{FF2B5EF4-FFF2-40B4-BE49-F238E27FC236}">
                <a16:creationId xmlns:a16="http://schemas.microsoft.com/office/drawing/2014/main" id="{4072465D-44D1-5567-D47E-E26648F1EC64}"/>
              </a:ext>
            </a:extLst>
          </p:cNvPr>
          <p:cNvSpPr>
            <a:spLocks noGrp="1"/>
          </p:cNvSpPr>
          <p:nvPr>
            <p:ph type="sldNum" sz="quarter" idx="12"/>
          </p:nvPr>
        </p:nvSpPr>
        <p:spPr/>
        <p:txBody>
          <a:bodyPr/>
          <a:lstStyle/>
          <a:p>
            <a:fld id="{687D7A59-36E2-48B9-B146-C1E59501F63F}" type="slidenum">
              <a:rPr lang="en-US" smtClean="0"/>
              <a:pPr/>
              <a:t>15</a:t>
            </a:fld>
            <a:endParaRPr lang="en-US"/>
          </a:p>
        </p:txBody>
      </p:sp>
    </p:spTree>
    <p:extLst>
      <p:ext uri="{BB962C8B-B14F-4D97-AF65-F5344CB8AC3E}">
        <p14:creationId xmlns:p14="http://schemas.microsoft.com/office/powerpoint/2010/main" val="173990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fade">
                                      <p:cBhvr>
                                        <p:cTn id="41" dur="1000"/>
                                        <p:tgtEl>
                                          <p:spTgt spid="55"/>
                                        </p:tgtEl>
                                      </p:cBhvr>
                                    </p:animEffect>
                                    <p:anim calcmode="lin" valueType="num">
                                      <p:cBhvr>
                                        <p:cTn id="42" dur="1000" fill="hold"/>
                                        <p:tgtEl>
                                          <p:spTgt spid="55"/>
                                        </p:tgtEl>
                                        <p:attrNameLst>
                                          <p:attrName>ppt_x</p:attrName>
                                        </p:attrNameLst>
                                      </p:cBhvr>
                                      <p:tavLst>
                                        <p:tav tm="0">
                                          <p:val>
                                            <p:strVal val="#ppt_x"/>
                                          </p:val>
                                        </p:tav>
                                        <p:tav tm="100000">
                                          <p:val>
                                            <p:strVal val="#ppt_x"/>
                                          </p:val>
                                        </p:tav>
                                      </p:tavLst>
                                    </p:anim>
                                    <p:anim calcmode="lin" valueType="num">
                                      <p:cBhvr>
                                        <p:cTn id="43"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0" grpId="0"/>
      <p:bldP spid="42" grpId="0" animBg="1"/>
      <p:bldP spid="43" grpId="0"/>
      <p:bldP spid="44" grpId="0" animBg="1"/>
      <p:bldP spid="49" grpId="0" animBg="1"/>
      <p:bldP spid="51" grpId="0"/>
      <p:bldP spid="53" grpId="0" animBg="1"/>
      <p:bldP spid="55" grpId="0" animBg="1"/>
      <p:bldP spid="5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CE1D6CD-BFF7-DD20-1C6B-176412225596}"/>
              </a:ext>
            </a:extLst>
          </p:cNvPr>
          <p:cNvSpPr>
            <a:spLocks noGrp="1"/>
          </p:cNvSpPr>
          <p:nvPr>
            <p:ph type="title"/>
          </p:nvPr>
        </p:nvSpPr>
        <p:spPr/>
        <p:txBody>
          <a:bodyPr/>
          <a:lstStyle/>
          <a:p>
            <a:endParaRPr lang="zh-CN" altLang="en-US" dirty="0"/>
          </a:p>
        </p:txBody>
      </p:sp>
      <p:grpSp>
        <p:nvGrpSpPr>
          <p:cNvPr id="4" name="组合 3">
            <a:extLst>
              <a:ext uri="{FF2B5EF4-FFF2-40B4-BE49-F238E27FC236}">
                <a16:creationId xmlns:a16="http://schemas.microsoft.com/office/drawing/2014/main" id="{2E512792-B2D7-8149-9B15-30470E5FE4AD}"/>
              </a:ext>
            </a:extLst>
          </p:cNvPr>
          <p:cNvGrpSpPr/>
          <p:nvPr/>
        </p:nvGrpSpPr>
        <p:grpSpPr>
          <a:xfrm>
            <a:off x="701824" y="1916832"/>
            <a:ext cx="7740352" cy="3820138"/>
            <a:chOff x="755576" y="2233323"/>
            <a:chExt cx="7740352" cy="3820138"/>
          </a:xfrm>
        </p:grpSpPr>
        <p:pic>
          <p:nvPicPr>
            <p:cNvPr id="5" name="图片 4">
              <a:extLst>
                <a:ext uri="{FF2B5EF4-FFF2-40B4-BE49-F238E27FC236}">
                  <a16:creationId xmlns:a16="http://schemas.microsoft.com/office/drawing/2014/main" id="{D7BC39ED-7362-F05C-49F0-45579C0B05AC}"/>
                </a:ext>
              </a:extLst>
            </p:cNvPr>
            <p:cNvPicPr>
              <a:picLocks noChangeAspect="1"/>
            </p:cNvPicPr>
            <p:nvPr/>
          </p:nvPicPr>
          <p:blipFill>
            <a:blip r:embed="rId2"/>
            <a:stretch>
              <a:fillRect/>
            </a:stretch>
          </p:blipFill>
          <p:spPr>
            <a:xfrm>
              <a:off x="755576" y="2233323"/>
              <a:ext cx="7740352" cy="3820138"/>
            </a:xfrm>
            <a:prstGeom prst="rect">
              <a:avLst/>
            </a:prstGeom>
          </p:spPr>
        </p:pic>
        <p:sp>
          <p:nvSpPr>
            <p:cNvPr id="6" name="矩形 5">
              <a:extLst>
                <a:ext uri="{FF2B5EF4-FFF2-40B4-BE49-F238E27FC236}">
                  <a16:creationId xmlns:a16="http://schemas.microsoft.com/office/drawing/2014/main" id="{00D60640-6ECE-9E0E-97F0-E8B0F72E1091}"/>
                </a:ext>
              </a:extLst>
            </p:cNvPr>
            <p:cNvSpPr/>
            <p:nvPr/>
          </p:nvSpPr>
          <p:spPr>
            <a:xfrm>
              <a:off x="1691680" y="3501008"/>
              <a:ext cx="936104" cy="2880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0DA465A-C4CE-846A-7B3A-2E3D4F81F58E}"/>
                </a:ext>
              </a:extLst>
            </p:cNvPr>
            <p:cNvSpPr/>
            <p:nvPr/>
          </p:nvSpPr>
          <p:spPr>
            <a:xfrm>
              <a:off x="3347864" y="4509120"/>
              <a:ext cx="1080120" cy="2765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9161C876-7079-807D-B0AE-6A3CF16E3C18}"/>
                </a:ext>
              </a:extLst>
            </p:cNvPr>
            <p:cNvSpPr txBox="1"/>
            <p:nvPr/>
          </p:nvSpPr>
          <p:spPr>
            <a:xfrm>
              <a:off x="5568507" y="3573016"/>
              <a:ext cx="2736304" cy="646331"/>
            </a:xfrm>
            <a:prstGeom prst="rect">
              <a:avLst/>
            </a:prstGeom>
            <a:noFill/>
          </p:spPr>
          <p:txBody>
            <a:bodyPr wrap="square" rtlCol="0">
              <a:spAutoFit/>
            </a:bodyPr>
            <a:lstStyle/>
            <a:p>
              <a:pPr algn="l"/>
              <a:r>
                <a:rPr lang="zh-CN" altLang="en-US" i="0" dirty="0">
                  <a:solidFill>
                    <a:srgbClr val="FF0000"/>
                  </a:solidFill>
                </a:rPr>
                <a:t>输入是按字符处理的，保存的是其</a:t>
              </a:r>
              <a:r>
                <a:rPr lang="en-US" altLang="zh-CN" i="0" dirty="0">
                  <a:solidFill>
                    <a:srgbClr val="FF0000"/>
                  </a:solidFill>
                </a:rPr>
                <a:t>ascii</a:t>
              </a:r>
              <a:r>
                <a:rPr lang="zh-CN" altLang="en-US" i="0" dirty="0">
                  <a:solidFill>
                    <a:srgbClr val="FF0000"/>
                  </a:solidFill>
                </a:rPr>
                <a:t>码</a:t>
              </a:r>
            </a:p>
          </p:txBody>
        </p:sp>
        <p:sp>
          <p:nvSpPr>
            <p:cNvPr id="11" name="矩形 10">
              <a:extLst>
                <a:ext uri="{FF2B5EF4-FFF2-40B4-BE49-F238E27FC236}">
                  <a16:creationId xmlns:a16="http://schemas.microsoft.com/office/drawing/2014/main" id="{3E65EF9A-7803-404F-1067-9141051DD047}"/>
                </a:ext>
              </a:extLst>
            </p:cNvPr>
            <p:cNvSpPr/>
            <p:nvPr/>
          </p:nvSpPr>
          <p:spPr>
            <a:xfrm>
              <a:off x="3275856" y="5517232"/>
              <a:ext cx="5220072" cy="5040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灯片编号占位符 12">
            <a:extLst>
              <a:ext uri="{FF2B5EF4-FFF2-40B4-BE49-F238E27FC236}">
                <a16:creationId xmlns:a16="http://schemas.microsoft.com/office/drawing/2014/main" id="{3F133818-46BF-775F-BD7C-853F048DED89}"/>
              </a:ext>
            </a:extLst>
          </p:cNvPr>
          <p:cNvSpPr>
            <a:spLocks noGrp="1"/>
          </p:cNvSpPr>
          <p:nvPr>
            <p:ph type="sldNum" sz="quarter" idx="12"/>
          </p:nvPr>
        </p:nvSpPr>
        <p:spPr/>
        <p:txBody>
          <a:bodyPr/>
          <a:lstStyle/>
          <a:p>
            <a:fld id="{687D7A59-36E2-48B9-B146-C1E59501F63F}" type="slidenum">
              <a:rPr lang="en-US" smtClean="0"/>
              <a:pPr/>
              <a:t>16</a:t>
            </a:fld>
            <a:endParaRPr lang="en-US"/>
          </a:p>
        </p:txBody>
      </p:sp>
    </p:spTree>
    <p:extLst>
      <p:ext uri="{BB962C8B-B14F-4D97-AF65-F5344CB8AC3E}">
        <p14:creationId xmlns:p14="http://schemas.microsoft.com/office/powerpoint/2010/main" val="3854322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24923DBF-A5C1-90E0-A9F4-F8D019B806B8}"/>
              </a:ext>
            </a:extLst>
          </p:cNvPr>
          <p:cNvPicPr>
            <a:picLocks noChangeAspect="1"/>
          </p:cNvPicPr>
          <p:nvPr/>
        </p:nvPicPr>
        <p:blipFill>
          <a:blip r:embed="rId2"/>
          <a:srcRect l="388" t="18260" b="10699"/>
          <a:stretch/>
        </p:blipFill>
        <p:spPr>
          <a:xfrm>
            <a:off x="1464155" y="2376764"/>
            <a:ext cx="4907714" cy="991878"/>
          </a:xfrm>
          <a:prstGeom prst="rect">
            <a:avLst/>
          </a:prstGeom>
        </p:spPr>
      </p:pic>
      <p:sp>
        <p:nvSpPr>
          <p:cNvPr id="2" name="内容占位符 1"/>
          <p:cNvSpPr>
            <a:spLocks noGrp="1"/>
          </p:cNvSpPr>
          <p:nvPr>
            <p:ph idx="1"/>
          </p:nvPr>
        </p:nvSpPr>
        <p:spPr>
          <a:xfrm>
            <a:off x="251519" y="1268760"/>
            <a:ext cx="8640959" cy="4464496"/>
          </a:xfrm>
        </p:spPr>
        <p:txBody>
          <a:bodyPr/>
          <a:lstStyle/>
          <a:p>
            <a:pPr marL="457200" indent="-457200">
              <a:buFont typeface="+mj-lt"/>
              <a:buAutoNum type="arabicPeriod"/>
            </a:pPr>
            <a:r>
              <a:rPr lang="zh-CN" altLang="en-US" dirty="0"/>
              <a:t>编辑文本文件，如</a:t>
            </a:r>
            <a:r>
              <a:rPr lang="en-US" altLang="zh-CN" dirty="0"/>
              <a:t>smoke.txt</a:t>
            </a:r>
            <a:r>
              <a:rPr lang="zh-CN" altLang="en-US" dirty="0"/>
              <a:t>。格式为：用空格隔开每个字节，字节用十六进制表示；可以用</a:t>
            </a:r>
            <a:r>
              <a:rPr lang="en-US" altLang="zh-CN" dirty="0"/>
              <a:t>/* </a:t>
            </a:r>
            <a:r>
              <a:rPr lang="zh-CN" altLang="en-US" dirty="0"/>
              <a:t>和 </a:t>
            </a:r>
            <a:r>
              <a:rPr lang="en-US" altLang="zh-CN" dirty="0"/>
              <a:t>*/</a:t>
            </a:r>
            <a:r>
              <a:rPr lang="zh-CN" altLang="en-US" dirty="0"/>
              <a:t>添加注释（注意</a:t>
            </a:r>
            <a:r>
              <a:rPr lang="en-US" altLang="zh-CN" dirty="0"/>
              <a:t>/*</a:t>
            </a:r>
            <a:r>
              <a:rPr lang="zh-CN" altLang="en-US" dirty="0"/>
              <a:t>后和</a:t>
            </a:r>
            <a:r>
              <a:rPr lang="en-US" altLang="zh-CN" dirty="0"/>
              <a:t>*/</a:t>
            </a:r>
            <a:r>
              <a:rPr lang="zh-CN" altLang="en-US" dirty="0"/>
              <a:t>前各有一个空格）。</a:t>
            </a:r>
            <a:endParaRPr lang="en-US" altLang="zh-CN" dirty="0"/>
          </a:p>
          <a:p>
            <a:pPr marL="0" indent="0">
              <a:buNone/>
            </a:pPr>
            <a:r>
              <a:rPr lang="en-US" altLang="zh-CN" dirty="0"/>
              <a:t>       </a:t>
            </a:r>
          </a:p>
          <a:p>
            <a:pPr marL="0" indent="0">
              <a:buNone/>
            </a:pPr>
            <a:endParaRPr lang="en-US" altLang="zh-CN" dirty="0"/>
          </a:p>
          <a:p>
            <a:pPr marL="759143" lvl="1" indent="-457200">
              <a:buFont typeface="+mj-lt"/>
              <a:buAutoNum type="arabicPeriod" startAt="2"/>
            </a:pPr>
            <a:r>
              <a:rPr lang="en-US" altLang="zh-CN" dirty="0"/>
              <a:t>hex2raw</a:t>
            </a:r>
            <a:r>
              <a:rPr lang="zh-CN" altLang="en-US" dirty="0"/>
              <a:t>程序能够把</a:t>
            </a:r>
            <a:r>
              <a:rPr lang="en-US" altLang="zh-CN" dirty="0"/>
              <a:t>smoke.txt</a:t>
            </a:r>
            <a:r>
              <a:rPr lang="zh-CN" altLang="en-US" dirty="0"/>
              <a:t>中的字符转换为对应的十六进制数</a:t>
            </a:r>
            <a:r>
              <a:rPr lang="en-US" altLang="zh-CN" dirty="0"/>
              <a:t> </a:t>
            </a:r>
          </a:p>
        </p:txBody>
      </p:sp>
      <p:sp>
        <p:nvSpPr>
          <p:cNvPr id="3" name="标题 2"/>
          <p:cNvSpPr>
            <a:spLocks noGrp="1"/>
          </p:cNvSpPr>
          <p:nvPr>
            <p:ph type="title"/>
          </p:nvPr>
        </p:nvSpPr>
        <p:spPr>
          <a:xfrm>
            <a:off x="457199" y="252910"/>
            <a:ext cx="8229600" cy="854268"/>
          </a:xfrm>
        </p:spPr>
        <p:txBody>
          <a:bodyPr>
            <a:normAutofit/>
          </a:bodyPr>
          <a:lstStyle/>
          <a:p>
            <a:r>
              <a:rPr lang="zh-CN" altLang="en-US" dirty="0"/>
              <a:t>输入字符串的方法</a:t>
            </a:r>
            <a:r>
              <a:rPr lang="en-US" altLang="zh-CN" dirty="0"/>
              <a:t>---hex2raw</a:t>
            </a:r>
            <a:endParaRPr lang="zh-CN" altLang="en-US" dirty="0"/>
          </a:p>
        </p:txBody>
      </p:sp>
      <p:pic>
        <p:nvPicPr>
          <p:cNvPr id="4" name="图片 3">
            <a:extLst>
              <a:ext uri="{FF2B5EF4-FFF2-40B4-BE49-F238E27FC236}">
                <a16:creationId xmlns:a16="http://schemas.microsoft.com/office/drawing/2014/main" id="{A3CBF6F5-C451-4656-ACE9-C8ABA9887542}"/>
              </a:ext>
            </a:extLst>
          </p:cNvPr>
          <p:cNvPicPr>
            <a:picLocks noChangeAspect="1"/>
          </p:cNvPicPr>
          <p:nvPr/>
        </p:nvPicPr>
        <p:blipFill rotWithShape="1">
          <a:blip r:embed="rId3"/>
          <a:srcRect l="6211" t="16203"/>
          <a:stretch/>
        </p:blipFill>
        <p:spPr>
          <a:xfrm>
            <a:off x="2555776" y="3815432"/>
            <a:ext cx="4935320" cy="339848"/>
          </a:xfrm>
          <a:prstGeom prst="rect">
            <a:avLst/>
          </a:prstGeom>
        </p:spPr>
      </p:pic>
      <p:sp>
        <p:nvSpPr>
          <p:cNvPr id="5" name="矩形 4"/>
          <p:cNvSpPr/>
          <p:nvPr/>
        </p:nvSpPr>
        <p:spPr>
          <a:xfrm>
            <a:off x="4067944" y="3746310"/>
            <a:ext cx="216024" cy="40897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616091" y="3778185"/>
            <a:ext cx="216024" cy="40897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57038" y="4702533"/>
            <a:ext cx="3096344" cy="1530429"/>
            <a:chOff x="256176" y="4417404"/>
            <a:chExt cx="3096344" cy="1530429"/>
          </a:xfrm>
        </p:grpSpPr>
        <p:pic>
          <p:nvPicPr>
            <p:cNvPr id="14" name="图片 13"/>
            <p:cNvPicPr>
              <a:picLocks noChangeAspect="1"/>
            </p:cNvPicPr>
            <p:nvPr/>
          </p:nvPicPr>
          <p:blipFill rotWithShape="1">
            <a:blip r:embed="rId4"/>
            <a:srcRect r="26679"/>
            <a:stretch/>
          </p:blipFill>
          <p:spPr>
            <a:xfrm>
              <a:off x="256176" y="4417404"/>
              <a:ext cx="3096344" cy="1530429"/>
            </a:xfrm>
            <a:prstGeom prst="rect">
              <a:avLst/>
            </a:prstGeom>
          </p:spPr>
        </p:pic>
        <p:sp>
          <p:nvSpPr>
            <p:cNvPr id="17" name="文本框 16"/>
            <p:cNvSpPr txBox="1"/>
            <p:nvPr/>
          </p:nvSpPr>
          <p:spPr>
            <a:xfrm>
              <a:off x="899592" y="5548590"/>
              <a:ext cx="1296144" cy="369332"/>
            </a:xfrm>
            <a:prstGeom prst="rect">
              <a:avLst/>
            </a:prstGeom>
            <a:noFill/>
          </p:spPr>
          <p:txBody>
            <a:bodyPr wrap="square" rtlCol="0">
              <a:spAutoFit/>
            </a:bodyPr>
            <a:lstStyle/>
            <a:p>
              <a:pPr algn="l"/>
              <a:r>
                <a:rPr lang="en-US" altLang="zh-CN" i="0" dirty="0">
                  <a:solidFill>
                    <a:srgbClr val="FFFFFF"/>
                  </a:solidFill>
                </a:rPr>
                <a:t>smoke.txt</a:t>
              </a:r>
              <a:endParaRPr lang="zh-CN" altLang="en-US" i="0" dirty="0">
                <a:solidFill>
                  <a:srgbClr val="FFFFFF"/>
                </a:solidFill>
              </a:endParaRPr>
            </a:p>
          </p:txBody>
        </p:sp>
      </p:grpSp>
      <p:grpSp>
        <p:nvGrpSpPr>
          <p:cNvPr id="20" name="组合 19"/>
          <p:cNvGrpSpPr/>
          <p:nvPr/>
        </p:nvGrpSpPr>
        <p:grpSpPr>
          <a:xfrm>
            <a:off x="5418746" y="4767504"/>
            <a:ext cx="3256221" cy="1186006"/>
            <a:chOff x="5394097" y="4662632"/>
            <a:chExt cx="3256221" cy="1186006"/>
          </a:xfrm>
        </p:grpSpPr>
        <p:pic>
          <p:nvPicPr>
            <p:cNvPr id="16" name="图片 15"/>
            <p:cNvPicPr>
              <a:picLocks noChangeAspect="1"/>
            </p:cNvPicPr>
            <p:nvPr/>
          </p:nvPicPr>
          <p:blipFill rotWithShape="1">
            <a:blip r:embed="rId5"/>
            <a:srcRect r="28714"/>
            <a:stretch/>
          </p:blipFill>
          <p:spPr>
            <a:xfrm>
              <a:off x="5394097" y="4662632"/>
              <a:ext cx="3256221" cy="1186006"/>
            </a:xfrm>
            <a:prstGeom prst="rect">
              <a:avLst/>
            </a:prstGeom>
          </p:spPr>
        </p:pic>
        <p:sp>
          <p:nvSpPr>
            <p:cNvPr id="19" name="文本框 18"/>
            <p:cNvSpPr txBox="1"/>
            <p:nvPr/>
          </p:nvSpPr>
          <p:spPr>
            <a:xfrm>
              <a:off x="6374135" y="5363924"/>
              <a:ext cx="1296144" cy="369332"/>
            </a:xfrm>
            <a:prstGeom prst="rect">
              <a:avLst/>
            </a:prstGeom>
            <a:noFill/>
          </p:spPr>
          <p:txBody>
            <a:bodyPr wrap="square" rtlCol="0">
              <a:spAutoFit/>
            </a:bodyPr>
            <a:lstStyle/>
            <a:p>
              <a:pPr algn="l"/>
              <a:r>
                <a:rPr lang="en-US" altLang="zh-CN" i="0" dirty="0" err="1">
                  <a:solidFill>
                    <a:srgbClr val="FFFFFF"/>
                  </a:solidFill>
                </a:rPr>
                <a:t>smoke.bin</a:t>
              </a:r>
              <a:endParaRPr lang="zh-CN" altLang="en-US" i="0" dirty="0">
                <a:solidFill>
                  <a:srgbClr val="FFFFFF"/>
                </a:solidFill>
              </a:endParaRPr>
            </a:p>
          </p:txBody>
        </p:sp>
      </p:grpSp>
      <p:sp>
        <p:nvSpPr>
          <p:cNvPr id="21" name="右箭头 20"/>
          <p:cNvSpPr/>
          <p:nvPr/>
        </p:nvSpPr>
        <p:spPr>
          <a:xfrm>
            <a:off x="3918012" y="5179715"/>
            <a:ext cx="936104" cy="288032"/>
          </a:xfrm>
          <a:prstGeom prst="rightArrow">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注: 线形 3">
            <a:extLst>
              <a:ext uri="{FF2B5EF4-FFF2-40B4-BE49-F238E27FC236}">
                <a16:creationId xmlns:a16="http://schemas.microsoft.com/office/drawing/2014/main" id="{1BE3092A-FDC6-4442-BB86-C3E7A9F3C43A}"/>
              </a:ext>
            </a:extLst>
          </p:cNvPr>
          <p:cNvSpPr/>
          <p:nvPr/>
        </p:nvSpPr>
        <p:spPr>
          <a:xfrm>
            <a:off x="5979531" y="2213119"/>
            <a:ext cx="2294779" cy="1055060"/>
          </a:xfrm>
          <a:prstGeom prst="borderCallout1">
            <a:avLst>
              <a:gd name="adj1" fmla="val 18750"/>
              <a:gd name="adj2" fmla="val -8333"/>
              <a:gd name="adj3" fmla="val 103324"/>
              <a:gd name="adj4" fmla="val -149408"/>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i="0" dirty="0"/>
              <a:t>注意地址的存放顺序</a:t>
            </a:r>
            <a:endParaRPr lang="en-US" altLang="zh-CN" i="0" dirty="0"/>
          </a:p>
          <a:p>
            <a:pPr algn="l"/>
            <a:r>
              <a:rPr lang="zh-CN" altLang="en-US" b="1" i="0" dirty="0">
                <a:solidFill>
                  <a:srgbClr val="FF0000"/>
                </a:solidFill>
              </a:rPr>
              <a:t>小端</a:t>
            </a:r>
            <a:r>
              <a:rPr lang="zh-CN" altLang="en-US" i="0" dirty="0"/>
              <a:t>法：低字节在低</a:t>
            </a:r>
            <a:endParaRPr lang="en-US" altLang="zh-CN" i="0" dirty="0"/>
          </a:p>
          <a:p>
            <a:pPr algn="l"/>
            <a:r>
              <a:rPr lang="zh-CN" altLang="en-US" i="0" dirty="0"/>
              <a:t>地址处存放</a:t>
            </a:r>
          </a:p>
        </p:txBody>
      </p:sp>
      <p:sp>
        <p:nvSpPr>
          <p:cNvPr id="22" name="矩形 21"/>
          <p:cNvSpPr/>
          <p:nvPr/>
        </p:nvSpPr>
        <p:spPr>
          <a:xfrm>
            <a:off x="1444897" y="3185547"/>
            <a:ext cx="1127285" cy="18309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灯片编号占位符 9">
            <a:extLst>
              <a:ext uri="{FF2B5EF4-FFF2-40B4-BE49-F238E27FC236}">
                <a16:creationId xmlns:a16="http://schemas.microsoft.com/office/drawing/2014/main" id="{E04CC1E6-AD0D-8E8B-859B-66DBB8495980}"/>
              </a:ext>
            </a:extLst>
          </p:cNvPr>
          <p:cNvSpPr>
            <a:spLocks noGrp="1"/>
          </p:cNvSpPr>
          <p:nvPr>
            <p:ph type="sldNum" sz="quarter" idx="12"/>
          </p:nvPr>
        </p:nvSpPr>
        <p:spPr/>
        <p:txBody>
          <a:bodyPr/>
          <a:lstStyle/>
          <a:p>
            <a:fld id="{687D7A59-36E2-48B9-B146-C1E59501F63F}" type="slidenum">
              <a:rPr lang="en-US" smtClean="0"/>
              <a:pPr/>
              <a:t>17</a:t>
            </a:fld>
            <a:endParaRPr lang="en-US"/>
          </a:p>
        </p:txBody>
      </p:sp>
    </p:spTree>
    <p:extLst>
      <p:ext uri="{BB962C8B-B14F-4D97-AF65-F5344CB8AC3E}">
        <p14:creationId xmlns:p14="http://schemas.microsoft.com/office/powerpoint/2010/main" val="286015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1000"/>
                                        <p:tgtEl>
                                          <p:spTgt spid="23"/>
                                        </p:tgtEl>
                                      </p:cBhvr>
                                    </p:animEffect>
                                    <p:anim calcmode="lin" valueType="num">
                                      <p:cBhvr>
                                        <p:cTn id="42" dur="1000" fill="hold"/>
                                        <p:tgtEl>
                                          <p:spTgt spid="23"/>
                                        </p:tgtEl>
                                        <p:attrNameLst>
                                          <p:attrName>ppt_x</p:attrName>
                                        </p:attrNameLst>
                                      </p:cBhvr>
                                      <p:tavLst>
                                        <p:tav tm="0">
                                          <p:val>
                                            <p:strVal val="#ppt_x"/>
                                          </p:val>
                                        </p:tav>
                                        <p:tav tm="100000">
                                          <p:val>
                                            <p:strVal val="#ppt_x"/>
                                          </p:val>
                                        </p:tav>
                                      </p:tavLst>
                                    </p:anim>
                                    <p:anim calcmode="lin" valueType="num">
                                      <p:cBhvr>
                                        <p:cTn id="4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animBg="1"/>
      <p:bldP spid="15" grpId="0" animBg="1"/>
      <p:bldP spid="21" grpId="0" animBg="1"/>
      <p:bldP spid="23"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E652B20-BA97-DE6C-A5A0-09CDC9FA66F8}"/>
              </a:ext>
            </a:extLst>
          </p:cNvPr>
          <p:cNvSpPr>
            <a:spLocks noGrp="1"/>
          </p:cNvSpPr>
          <p:nvPr>
            <p:ph idx="1"/>
          </p:nvPr>
        </p:nvSpPr>
        <p:spPr>
          <a:xfrm>
            <a:off x="307201" y="1591056"/>
            <a:ext cx="8496943" cy="4281339"/>
          </a:xfrm>
        </p:spPr>
        <p:txBody>
          <a:bodyPr/>
          <a:lstStyle/>
          <a:p>
            <a:r>
              <a:rPr lang="zh-CN" altLang="en-US" dirty="0"/>
              <a:t>注意：</a:t>
            </a:r>
            <a:endParaRPr lang="en-US" altLang="zh-CN" dirty="0"/>
          </a:p>
          <a:p>
            <a:pPr marL="0" indent="0">
              <a:buNone/>
            </a:pPr>
            <a:r>
              <a:rPr lang="en-US" altLang="zh-CN" dirty="0"/>
              <a:t>Nitro</a:t>
            </a:r>
            <a:r>
              <a:rPr lang="zh-CN" altLang="en-US" dirty="0"/>
              <a:t>关时，执行</a:t>
            </a:r>
            <a:r>
              <a:rPr lang="en-US" altLang="zh-CN" dirty="0"/>
              <a:t>hex2raw</a:t>
            </a:r>
            <a:r>
              <a:rPr lang="zh-CN" altLang="en-US" dirty="0"/>
              <a:t>时要加上</a:t>
            </a:r>
            <a:r>
              <a:rPr lang="en-US" altLang="zh-CN" dirty="0"/>
              <a:t>-n</a:t>
            </a:r>
            <a:r>
              <a:rPr lang="zh-CN" altLang="en-US" dirty="0"/>
              <a:t>选项，这样会把输入的字符串复制</a:t>
            </a:r>
            <a:r>
              <a:rPr lang="en-US" altLang="zh-CN" dirty="0"/>
              <a:t>N</a:t>
            </a:r>
            <a:r>
              <a:rPr lang="zh-CN" altLang="en-US" dirty="0"/>
              <a:t>份（</a:t>
            </a:r>
            <a:r>
              <a:rPr lang="en-US" altLang="zh-CN" dirty="0"/>
              <a:t>nitro</a:t>
            </a:r>
            <a:r>
              <a:rPr lang="zh-CN" altLang="en-US" dirty="0"/>
              <a:t>关需要输入的字符串次数）。</a:t>
            </a:r>
            <a:endParaRPr lang="en-US" altLang="zh-CN" dirty="0"/>
          </a:p>
          <a:p>
            <a:pPr marL="0" indent="0">
              <a:buNone/>
            </a:pPr>
            <a:endParaRPr lang="zh-CN" altLang="en-US" dirty="0"/>
          </a:p>
        </p:txBody>
      </p:sp>
      <p:sp>
        <p:nvSpPr>
          <p:cNvPr id="3" name="灯片编号占位符 2">
            <a:extLst>
              <a:ext uri="{FF2B5EF4-FFF2-40B4-BE49-F238E27FC236}">
                <a16:creationId xmlns:a16="http://schemas.microsoft.com/office/drawing/2014/main" id="{C4F29F3D-C0B3-95F4-E9A3-38BA2602DDBE}"/>
              </a:ext>
            </a:extLst>
          </p:cNvPr>
          <p:cNvSpPr>
            <a:spLocks noGrp="1"/>
          </p:cNvSpPr>
          <p:nvPr>
            <p:ph type="sldNum" sz="quarter" idx="12"/>
          </p:nvPr>
        </p:nvSpPr>
        <p:spPr/>
        <p:txBody>
          <a:bodyPr/>
          <a:lstStyle/>
          <a:p>
            <a:fld id="{687D7A59-36E2-48B9-B146-C1E59501F63F}" type="slidenum">
              <a:rPr lang="en-US" smtClean="0"/>
              <a:pPr/>
              <a:t>18</a:t>
            </a:fld>
            <a:endParaRPr lang="en-US"/>
          </a:p>
        </p:txBody>
      </p:sp>
      <p:sp>
        <p:nvSpPr>
          <p:cNvPr id="4" name="标题 3">
            <a:extLst>
              <a:ext uri="{FF2B5EF4-FFF2-40B4-BE49-F238E27FC236}">
                <a16:creationId xmlns:a16="http://schemas.microsoft.com/office/drawing/2014/main" id="{B4C4DB03-732C-4578-957A-4B1FC99E7C50}"/>
              </a:ext>
            </a:extLst>
          </p:cNvPr>
          <p:cNvSpPr>
            <a:spLocks noGrp="1"/>
          </p:cNvSpPr>
          <p:nvPr>
            <p:ph type="title"/>
          </p:nvPr>
        </p:nvSpPr>
        <p:spPr/>
        <p:txBody>
          <a:bodyPr/>
          <a:lstStyle/>
          <a:p>
            <a:endParaRPr lang="zh-CN" altLang="en-US"/>
          </a:p>
        </p:txBody>
      </p:sp>
      <p:pic>
        <p:nvPicPr>
          <p:cNvPr id="6" name="图片 5">
            <a:extLst>
              <a:ext uri="{FF2B5EF4-FFF2-40B4-BE49-F238E27FC236}">
                <a16:creationId xmlns:a16="http://schemas.microsoft.com/office/drawing/2014/main" id="{62E80A46-BFFC-35BB-955C-884CBC73EBE5}"/>
              </a:ext>
            </a:extLst>
          </p:cNvPr>
          <p:cNvPicPr>
            <a:picLocks noChangeAspect="1"/>
          </p:cNvPicPr>
          <p:nvPr/>
        </p:nvPicPr>
        <p:blipFill>
          <a:blip r:embed="rId2"/>
          <a:stretch>
            <a:fillRect/>
          </a:stretch>
        </p:blipFill>
        <p:spPr>
          <a:xfrm>
            <a:off x="339856" y="2851576"/>
            <a:ext cx="8244408" cy="544830"/>
          </a:xfrm>
          <a:prstGeom prst="rect">
            <a:avLst/>
          </a:prstGeom>
        </p:spPr>
      </p:pic>
      <p:pic>
        <p:nvPicPr>
          <p:cNvPr id="8" name="图片 7">
            <a:extLst>
              <a:ext uri="{FF2B5EF4-FFF2-40B4-BE49-F238E27FC236}">
                <a16:creationId xmlns:a16="http://schemas.microsoft.com/office/drawing/2014/main" id="{54DD16ED-4166-57FC-2EE5-8E7030A3EF8B}"/>
              </a:ext>
            </a:extLst>
          </p:cNvPr>
          <p:cNvPicPr>
            <a:picLocks noChangeAspect="1"/>
          </p:cNvPicPr>
          <p:nvPr/>
        </p:nvPicPr>
        <p:blipFill>
          <a:blip r:embed="rId3"/>
          <a:srcRect l="13116" r="26770"/>
          <a:stretch/>
        </p:blipFill>
        <p:spPr>
          <a:xfrm>
            <a:off x="5152914" y="3573016"/>
            <a:ext cx="3360622" cy="2721957"/>
          </a:xfrm>
          <a:prstGeom prst="rect">
            <a:avLst/>
          </a:prstGeom>
        </p:spPr>
      </p:pic>
      <p:pic>
        <p:nvPicPr>
          <p:cNvPr id="10" name="图片 9">
            <a:extLst>
              <a:ext uri="{FF2B5EF4-FFF2-40B4-BE49-F238E27FC236}">
                <a16:creationId xmlns:a16="http://schemas.microsoft.com/office/drawing/2014/main" id="{8B941324-5779-8E21-079F-136D66340669}"/>
              </a:ext>
            </a:extLst>
          </p:cNvPr>
          <p:cNvPicPr>
            <a:picLocks noChangeAspect="1"/>
          </p:cNvPicPr>
          <p:nvPr/>
        </p:nvPicPr>
        <p:blipFill>
          <a:blip r:embed="rId4"/>
          <a:stretch>
            <a:fillRect/>
          </a:stretch>
        </p:blipFill>
        <p:spPr>
          <a:xfrm>
            <a:off x="282413" y="4509120"/>
            <a:ext cx="4355976" cy="716166"/>
          </a:xfrm>
          <a:prstGeom prst="rect">
            <a:avLst/>
          </a:prstGeom>
        </p:spPr>
      </p:pic>
      <p:sp>
        <p:nvSpPr>
          <p:cNvPr id="11" name="箭头: 右 10">
            <a:extLst>
              <a:ext uri="{FF2B5EF4-FFF2-40B4-BE49-F238E27FC236}">
                <a16:creationId xmlns:a16="http://schemas.microsoft.com/office/drawing/2014/main" id="{846BF093-7A12-EBF2-FB55-22876B17F484}"/>
              </a:ext>
            </a:extLst>
          </p:cNvPr>
          <p:cNvSpPr/>
          <p:nvPr/>
        </p:nvSpPr>
        <p:spPr>
          <a:xfrm>
            <a:off x="4716016" y="4723187"/>
            <a:ext cx="436898" cy="288032"/>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12" name="矩形 11">
            <a:extLst>
              <a:ext uri="{FF2B5EF4-FFF2-40B4-BE49-F238E27FC236}">
                <a16:creationId xmlns:a16="http://schemas.microsoft.com/office/drawing/2014/main" id="{ADEEDDE7-9CDB-B1A8-D57C-FAE2B8CA3EFD}"/>
              </a:ext>
            </a:extLst>
          </p:cNvPr>
          <p:cNvSpPr/>
          <p:nvPr/>
        </p:nvSpPr>
        <p:spPr>
          <a:xfrm>
            <a:off x="5724128" y="2924944"/>
            <a:ext cx="288032" cy="2703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68598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86BA52B0-F6DE-6E7A-FA29-CC1C7E026F75}"/>
              </a:ext>
            </a:extLst>
          </p:cNvPr>
          <p:cNvPicPr>
            <a:picLocks noChangeAspect="1"/>
          </p:cNvPicPr>
          <p:nvPr/>
        </p:nvPicPr>
        <p:blipFill>
          <a:blip r:embed="rId2"/>
          <a:stretch>
            <a:fillRect/>
          </a:stretch>
        </p:blipFill>
        <p:spPr>
          <a:xfrm>
            <a:off x="539552" y="2563572"/>
            <a:ext cx="8279904" cy="1541281"/>
          </a:xfrm>
          <a:prstGeom prst="rect">
            <a:avLst/>
          </a:prstGeom>
        </p:spPr>
      </p:pic>
      <p:pic>
        <p:nvPicPr>
          <p:cNvPr id="13" name="图片 12">
            <a:extLst>
              <a:ext uri="{FF2B5EF4-FFF2-40B4-BE49-F238E27FC236}">
                <a16:creationId xmlns:a16="http://schemas.microsoft.com/office/drawing/2014/main" id="{14ACF270-82F1-24F0-26CE-D062B2AACEE0}"/>
              </a:ext>
            </a:extLst>
          </p:cNvPr>
          <p:cNvPicPr>
            <a:picLocks noChangeAspect="1"/>
          </p:cNvPicPr>
          <p:nvPr/>
        </p:nvPicPr>
        <p:blipFill>
          <a:blip r:embed="rId3"/>
          <a:stretch>
            <a:fillRect/>
          </a:stretch>
        </p:blipFill>
        <p:spPr>
          <a:xfrm>
            <a:off x="457200" y="5081040"/>
            <a:ext cx="8322629" cy="1169123"/>
          </a:xfrm>
          <a:prstGeom prst="rect">
            <a:avLst/>
          </a:prstGeom>
        </p:spPr>
      </p:pic>
      <p:sp>
        <p:nvSpPr>
          <p:cNvPr id="3" name="标题 2">
            <a:extLst>
              <a:ext uri="{FF2B5EF4-FFF2-40B4-BE49-F238E27FC236}">
                <a16:creationId xmlns:a16="http://schemas.microsoft.com/office/drawing/2014/main" id="{3D234023-69FD-4CB7-8313-268010ADE3F2}"/>
              </a:ext>
            </a:extLst>
          </p:cNvPr>
          <p:cNvSpPr>
            <a:spLocks noGrp="1"/>
          </p:cNvSpPr>
          <p:nvPr>
            <p:ph type="title"/>
          </p:nvPr>
        </p:nvSpPr>
        <p:spPr>
          <a:xfrm>
            <a:off x="461640" y="85843"/>
            <a:ext cx="8229600" cy="1252728"/>
          </a:xfrm>
        </p:spPr>
        <p:txBody>
          <a:bodyPr/>
          <a:lstStyle/>
          <a:p>
            <a:r>
              <a:rPr lang="zh-CN" altLang="en-US" dirty="0"/>
              <a:t>成功</a:t>
            </a:r>
          </a:p>
        </p:txBody>
      </p:sp>
      <p:sp>
        <p:nvSpPr>
          <p:cNvPr id="10" name="内容占位符 1">
            <a:extLst>
              <a:ext uri="{FF2B5EF4-FFF2-40B4-BE49-F238E27FC236}">
                <a16:creationId xmlns:a16="http://schemas.microsoft.com/office/drawing/2014/main" id="{BAEDAADC-C784-4D85-9136-7D4E5CD61B36}"/>
              </a:ext>
            </a:extLst>
          </p:cNvPr>
          <p:cNvSpPr>
            <a:spLocks noGrp="1"/>
          </p:cNvSpPr>
          <p:nvPr>
            <p:ph idx="1"/>
          </p:nvPr>
        </p:nvSpPr>
        <p:spPr>
          <a:xfrm>
            <a:off x="323528" y="1374559"/>
            <a:ext cx="8229600" cy="1092282"/>
          </a:xfrm>
        </p:spPr>
        <p:txBody>
          <a:bodyPr>
            <a:normAutofit fontScale="85000" lnSpcReduction="10000"/>
          </a:bodyPr>
          <a:lstStyle/>
          <a:p>
            <a:r>
              <a:rPr lang="zh-CN" altLang="en-US" dirty="0"/>
              <a:t>运行方法</a:t>
            </a:r>
            <a:r>
              <a:rPr lang="en-US" altLang="zh-CN" dirty="0"/>
              <a:t>1 </a:t>
            </a:r>
          </a:p>
          <a:p>
            <a:pPr marL="0" indent="0">
              <a:buNone/>
            </a:pPr>
            <a:r>
              <a:rPr lang="zh-CN" altLang="en-US" dirty="0"/>
              <a:t>     通过输出重定向把</a:t>
            </a:r>
            <a:r>
              <a:rPr lang="en-US" altLang="zh-CN" dirty="0"/>
              <a:t>hex2raw</a:t>
            </a:r>
            <a:r>
              <a:rPr lang="zh-CN" altLang="en-US" dirty="0"/>
              <a:t>的输出（转换后的字符串）保存到文件中；</a:t>
            </a:r>
            <a:endParaRPr lang="en-US" altLang="zh-CN" dirty="0"/>
          </a:p>
          <a:p>
            <a:pPr marL="0" indent="0">
              <a:buNone/>
            </a:pPr>
            <a:r>
              <a:rPr lang="zh-CN" altLang="en-US" dirty="0"/>
              <a:t>然后再通过输入重定向把该文件作为</a:t>
            </a:r>
            <a:r>
              <a:rPr lang="en-US" altLang="zh-CN" dirty="0" err="1"/>
              <a:t>bufbomb</a:t>
            </a:r>
            <a:r>
              <a:rPr lang="zh-CN" altLang="en-US" dirty="0"/>
              <a:t>的输入。</a:t>
            </a:r>
            <a:r>
              <a:rPr lang="en-US" altLang="zh-CN" dirty="0"/>
              <a:t>  </a:t>
            </a:r>
            <a:endParaRPr lang="zh-CN" altLang="en-US" dirty="0"/>
          </a:p>
        </p:txBody>
      </p:sp>
      <p:sp>
        <p:nvSpPr>
          <p:cNvPr id="11" name="内容占位符 1">
            <a:extLst>
              <a:ext uri="{FF2B5EF4-FFF2-40B4-BE49-F238E27FC236}">
                <a16:creationId xmlns:a16="http://schemas.microsoft.com/office/drawing/2014/main" id="{255EFA22-E486-4C5E-8840-20D402832305}"/>
              </a:ext>
            </a:extLst>
          </p:cNvPr>
          <p:cNvSpPr txBox="1">
            <a:spLocks/>
          </p:cNvSpPr>
          <p:nvPr/>
        </p:nvSpPr>
        <p:spPr>
          <a:xfrm>
            <a:off x="457200" y="4265323"/>
            <a:ext cx="8229600" cy="717850"/>
          </a:xfrm>
          <a:prstGeom prst="rect">
            <a:avLst/>
          </a:prstGeom>
        </p:spPr>
        <p:txBody>
          <a:bodyPr vert="horz" lIns="91440" tIns="45720" rIns="91440" bIns="45720" rtlCol="0">
            <a:normAutofit fontScale="85000" lnSpcReduction="10000"/>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pPr fontAlgn="auto">
              <a:spcAft>
                <a:spcPts val="0"/>
              </a:spcAft>
            </a:pPr>
            <a:r>
              <a:rPr lang="zh-CN" altLang="en-US" i="0" dirty="0"/>
              <a:t>运行方法</a:t>
            </a:r>
            <a:r>
              <a:rPr lang="en-US" altLang="zh-CN" i="0" dirty="0"/>
              <a:t>2 </a:t>
            </a:r>
          </a:p>
          <a:p>
            <a:pPr marL="0" indent="0" fontAlgn="auto">
              <a:spcAft>
                <a:spcPts val="0"/>
              </a:spcAft>
              <a:buNone/>
            </a:pPr>
            <a:r>
              <a:rPr lang="zh-CN" altLang="en-US" i="0" dirty="0"/>
              <a:t>     通过管道</a:t>
            </a:r>
            <a:r>
              <a:rPr lang="en-US" altLang="zh-CN" i="0" dirty="0"/>
              <a:t>|</a:t>
            </a:r>
            <a:r>
              <a:rPr lang="zh-CN" altLang="en-US" i="0" dirty="0"/>
              <a:t>把</a:t>
            </a:r>
            <a:r>
              <a:rPr lang="en-US" altLang="zh-CN" i="0" dirty="0"/>
              <a:t>hex2raw</a:t>
            </a:r>
            <a:r>
              <a:rPr lang="zh-CN" altLang="en-US" i="0" dirty="0"/>
              <a:t>的输出（转换过的字符串）作为</a:t>
            </a:r>
            <a:r>
              <a:rPr lang="en-US" altLang="zh-CN" i="0" dirty="0" err="1"/>
              <a:t>bufbomb</a:t>
            </a:r>
            <a:r>
              <a:rPr lang="zh-CN" altLang="en-US" i="0" dirty="0"/>
              <a:t>的输入。</a:t>
            </a:r>
          </a:p>
        </p:txBody>
      </p:sp>
      <p:sp>
        <p:nvSpPr>
          <p:cNvPr id="2" name="矩形 1"/>
          <p:cNvSpPr/>
          <p:nvPr/>
        </p:nvSpPr>
        <p:spPr>
          <a:xfrm>
            <a:off x="5940152" y="5079904"/>
            <a:ext cx="144016" cy="2880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灯片编号占位符 16">
            <a:extLst>
              <a:ext uri="{FF2B5EF4-FFF2-40B4-BE49-F238E27FC236}">
                <a16:creationId xmlns:a16="http://schemas.microsoft.com/office/drawing/2014/main" id="{51C4712B-3615-99C3-C336-263274A1795F}"/>
              </a:ext>
            </a:extLst>
          </p:cNvPr>
          <p:cNvSpPr>
            <a:spLocks noGrp="1"/>
          </p:cNvSpPr>
          <p:nvPr>
            <p:ph type="sldNum" sz="quarter" idx="12"/>
          </p:nvPr>
        </p:nvSpPr>
        <p:spPr/>
        <p:txBody>
          <a:bodyPr/>
          <a:lstStyle/>
          <a:p>
            <a:fld id="{687D7A59-36E2-48B9-B146-C1E59501F63F}" type="slidenum">
              <a:rPr lang="en-US" smtClean="0"/>
              <a:pPr/>
              <a:t>19</a:t>
            </a:fld>
            <a:endParaRPr lang="en-US"/>
          </a:p>
        </p:txBody>
      </p:sp>
      <p:sp>
        <p:nvSpPr>
          <p:cNvPr id="15" name="矩形 14">
            <a:extLst>
              <a:ext uri="{FF2B5EF4-FFF2-40B4-BE49-F238E27FC236}">
                <a16:creationId xmlns:a16="http://schemas.microsoft.com/office/drawing/2014/main" id="{E8F27CF4-5A34-556B-4405-7DD1E5DBD8EC}"/>
              </a:ext>
            </a:extLst>
          </p:cNvPr>
          <p:cNvSpPr/>
          <p:nvPr/>
        </p:nvSpPr>
        <p:spPr>
          <a:xfrm>
            <a:off x="6876256" y="2538817"/>
            <a:ext cx="144016" cy="2280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1A3BB869-B54A-5670-5BD0-B32D3A1FF286}"/>
              </a:ext>
            </a:extLst>
          </p:cNvPr>
          <p:cNvSpPr/>
          <p:nvPr/>
        </p:nvSpPr>
        <p:spPr>
          <a:xfrm>
            <a:off x="7740352" y="2726923"/>
            <a:ext cx="144016" cy="2280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82493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p:bldP spid="2" grpId="0" animBg="1"/>
      <p:bldP spid="15"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3920E28-CB98-7322-800F-684CE13F33F6}"/>
              </a:ext>
            </a:extLst>
          </p:cNvPr>
          <p:cNvPicPr>
            <a:picLocks noChangeAspect="1"/>
          </p:cNvPicPr>
          <p:nvPr/>
        </p:nvPicPr>
        <p:blipFill>
          <a:blip r:embed="rId2"/>
          <a:stretch>
            <a:fillRect/>
          </a:stretch>
        </p:blipFill>
        <p:spPr>
          <a:xfrm>
            <a:off x="539552" y="1137720"/>
            <a:ext cx="7043831" cy="5607230"/>
          </a:xfrm>
          <a:prstGeom prst="rect">
            <a:avLst/>
          </a:prstGeom>
        </p:spPr>
      </p:pic>
      <p:sp>
        <p:nvSpPr>
          <p:cNvPr id="3" name="标题 2">
            <a:extLst>
              <a:ext uri="{FF2B5EF4-FFF2-40B4-BE49-F238E27FC236}">
                <a16:creationId xmlns:a16="http://schemas.microsoft.com/office/drawing/2014/main" id="{469BB6E9-FD30-4BBC-8377-48559FD2834F}"/>
              </a:ext>
            </a:extLst>
          </p:cNvPr>
          <p:cNvSpPr>
            <a:spLocks noGrp="1"/>
          </p:cNvSpPr>
          <p:nvPr>
            <p:ph type="title"/>
          </p:nvPr>
        </p:nvSpPr>
        <p:spPr>
          <a:xfrm>
            <a:off x="457200" y="113050"/>
            <a:ext cx="8229600" cy="1074448"/>
          </a:xfrm>
        </p:spPr>
        <p:txBody>
          <a:bodyPr/>
          <a:lstStyle/>
          <a:p>
            <a:r>
              <a:rPr lang="zh-CN" altLang="en-US" dirty="0"/>
              <a:t>查看</a:t>
            </a:r>
            <a:r>
              <a:rPr lang="en-US" altLang="zh-CN" dirty="0"/>
              <a:t>scoreboard</a:t>
            </a:r>
            <a:endParaRPr lang="zh-CN" altLang="en-US" dirty="0"/>
          </a:p>
        </p:txBody>
      </p:sp>
      <p:sp>
        <p:nvSpPr>
          <p:cNvPr id="9" name="矩形 8"/>
          <p:cNvSpPr/>
          <p:nvPr/>
        </p:nvSpPr>
        <p:spPr>
          <a:xfrm>
            <a:off x="2261308" y="1187498"/>
            <a:ext cx="1224136" cy="26476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注: 线形 5">
            <a:extLst>
              <a:ext uri="{FF2B5EF4-FFF2-40B4-BE49-F238E27FC236}">
                <a16:creationId xmlns:a16="http://schemas.microsoft.com/office/drawing/2014/main" id="{96BCB7D2-DD05-4270-BC7D-629746BDAAC9}"/>
              </a:ext>
            </a:extLst>
          </p:cNvPr>
          <p:cNvSpPr/>
          <p:nvPr/>
        </p:nvSpPr>
        <p:spPr>
          <a:xfrm>
            <a:off x="6168474" y="1052736"/>
            <a:ext cx="2880320" cy="979174"/>
          </a:xfrm>
          <a:prstGeom prst="borderCallout1">
            <a:avLst>
              <a:gd name="adj1" fmla="val 18750"/>
              <a:gd name="adj2" fmla="val -8333"/>
              <a:gd name="adj3" fmla="val 23832"/>
              <a:gd name="adj4" fmla="val -94061"/>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i="0" dirty="0">
                <a:solidFill>
                  <a:srgbClr val="0000FF"/>
                </a:solidFill>
              </a:rPr>
              <a:t>网址：</a:t>
            </a:r>
            <a:r>
              <a:rPr lang="en-US" altLang="zh-CN" i="0" dirty="0">
                <a:solidFill>
                  <a:srgbClr val="0000FF"/>
                </a:solidFill>
              </a:rPr>
              <a:t>http://10.12.13.30</a:t>
            </a:r>
          </a:p>
          <a:p>
            <a:pPr algn="l"/>
            <a:r>
              <a:rPr lang="zh-CN" altLang="en-US" i="0" dirty="0">
                <a:solidFill>
                  <a:srgbClr val="0000FF"/>
                </a:solidFill>
              </a:rPr>
              <a:t>不同课头的端口不同，具体见下页</a:t>
            </a:r>
          </a:p>
        </p:txBody>
      </p:sp>
      <p:sp>
        <p:nvSpPr>
          <p:cNvPr id="10" name="灯片编号占位符 9">
            <a:extLst>
              <a:ext uri="{FF2B5EF4-FFF2-40B4-BE49-F238E27FC236}">
                <a16:creationId xmlns:a16="http://schemas.microsoft.com/office/drawing/2014/main" id="{0A8624FB-477B-3557-9E50-7392EA553A45}"/>
              </a:ext>
            </a:extLst>
          </p:cNvPr>
          <p:cNvSpPr>
            <a:spLocks noGrp="1"/>
          </p:cNvSpPr>
          <p:nvPr>
            <p:ph type="sldNum" sz="quarter" idx="12"/>
          </p:nvPr>
        </p:nvSpPr>
        <p:spPr/>
        <p:txBody>
          <a:bodyPr/>
          <a:lstStyle/>
          <a:p>
            <a:fld id="{687D7A59-36E2-48B9-B146-C1E59501F63F}" type="slidenum">
              <a:rPr lang="en-US" smtClean="0"/>
              <a:pPr/>
              <a:t>20</a:t>
            </a:fld>
            <a:endParaRPr lang="en-US"/>
          </a:p>
        </p:txBody>
      </p:sp>
      <p:sp>
        <p:nvSpPr>
          <p:cNvPr id="5" name="矩形 4">
            <a:extLst>
              <a:ext uri="{FF2B5EF4-FFF2-40B4-BE49-F238E27FC236}">
                <a16:creationId xmlns:a16="http://schemas.microsoft.com/office/drawing/2014/main" id="{CB130319-1C5E-7487-0E76-9C809387A27A}"/>
              </a:ext>
            </a:extLst>
          </p:cNvPr>
          <p:cNvSpPr/>
          <p:nvPr/>
        </p:nvSpPr>
        <p:spPr>
          <a:xfrm>
            <a:off x="2051720" y="5733256"/>
            <a:ext cx="648072" cy="2647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对话气泡: 椭圆形 1">
            <a:extLst>
              <a:ext uri="{FF2B5EF4-FFF2-40B4-BE49-F238E27FC236}">
                <a16:creationId xmlns:a16="http://schemas.microsoft.com/office/drawing/2014/main" id="{39BEC127-4388-96DA-DE27-CC47522D4481}"/>
              </a:ext>
            </a:extLst>
          </p:cNvPr>
          <p:cNvSpPr/>
          <p:nvPr/>
        </p:nvSpPr>
        <p:spPr>
          <a:xfrm>
            <a:off x="2696949" y="4143767"/>
            <a:ext cx="1944216" cy="936104"/>
          </a:xfrm>
          <a:prstGeom prst="wedgeEllipseCallout">
            <a:avLst>
              <a:gd name="adj1" fmla="val -57593"/>
              <a:gd name="adj2" fmla="val 11639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i="0" dirty="0"/>
              <a:t>此列记录错误次数</a:t>
            </a:r>
          </a:p>
        </p:txBody>
      </p:sp>
    </p:spTree>
    <p:extLst>
      <p:ext uri="{BB962C8B-B14F-4D97-AF65-F5344CB8AC3E}">
        <p14:creationId xmlns:p14="http://schemas.microsoft.com/office/powerpoint/2010/main" val="1175049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6E7DF81-57C5-46D6-B9ED-52F014915D29}"/>
              </a:ext>
            </a:extLst>
          </p:cNvPr>
          <p:cNvSpPr>
            <a:spLocks noGrp="1"/>
          </p:cNvSpPr>
          <p:nvPr>
            <p:ph type="title"/>
          </p:nvPr>
        </p:nvSpPr>
        <p:spPr>
          <a:xfrm>
            <a:off x="457200" y="338328"/>
            <a:ext cx="8229600" cy="1074448"/>
          </a:xfrm>
        </p:spPr>
        <p:txBody>
          <a:bodyPr/>
          <a:lstStyle/>
          <a:p>
            <a:r>
              <a:rPr lang="zh-CN" altLang="en-US" dirty="0"/>
              <a:t>不同课头</a:t>
            </a:r>
            <a:r>
              <a:rPr lang="en-US" altLang="zh-CN" dirty="0"/>
              <a:t>scoreboard</a:t>
            </a:r>
            <a:r>
              <a:rPr lang="zh-CN" altLang="en-US" dirty="0"/>
              <a:t>端口</a:t>
            </a:r>
          </a:p>
        </p:txBody>
      </p:sp>
      <p:graphicFrame>
        <p:nvGraphicFramePr>
          <p:cNvPr id="4" name="表格 3">
            <a:extLst>
              <a:ext uri="{FF2B5EF4-FFF2-40B4-BE49-F238E27FC236}">
                <a16:creationId xmlns:a16="http://schemas.microsoft.com/office/drawing/2014/main" id="{956EDD55-73C5-4D45-B2C5-E46F4F596756}"/>
              </a:ext>
            </a:extLst>
          </p:cNvPr>
          <p:cNvGraphicFramePr>
            <a:graphicFrameLocks noGrp="1"/>
          </p:cNvGraphicFramePr>
          <p:nvPr>
            <p:extLst>
              <p:ext uri="{D42A27DB-BD31-4B8C-83A1-F6EECF244321}">
                <p14:modId xmlns:p14="http://schemas.microsoft.com/office/powerpoint/2010/main" val="1251019814"/>
              </p:ext>
            </p:extLst>
          </p:nvPr>
        </p:nvGraphicFramePr>
        <p:xfrm>
          <a:off x="1943708" y="2420888"/>
          <a:ext cx="5256584" cy="3111088"/>
        </p:xfrm>
        <a:graphic>
          <a:graphicData uri="http://schemas.openxmlformats.org/drawingml/2006/table">
            <a:tbl>
              <a:tblPr firstRow="1" firstCol="1" bandRow="1">
                <a:tableStyleId>{5C22544A-7EE6-4342-B048-85BDC9FD1C3A}</a:tableStyleId>
              </a:tblPr>
              <a:tblGrid>
                <a:gridCol w="2116198">
                  <a:extLst>
                    <a:ext uri="{9D8B030D-6E8A-4147-A177-3AD203B41FA5}">
                      <a16:colId xmlns:a16="http://schemas.microsoft.com/office/drawing/2014/main" val="758606608"/>
                    </a:ext>
                  </a:extLst>
                </a:gridCol>
                <a:gridCol w="3140386">
                  <a:extLst>
                    <a:ext uri="{9D8B030D-6E8A-4147-A177-3AD203B41FA5}">
                      <a16:colId xmlns:a16="http://schemas.microsoft.com/office/drawing/2014/main" val="3474518196"/>
                    </a:ext>
                  </a:extLst>
                </a:gridCol>
              </a:tblGrid>
              <a:tr h="545513">
                <a:tc>
                  <a:txBody>
                    <a:bodyPr/>
                    <a:lstStyle/>
                    <a:p>
                      <a:pPr indent="266700" algn="ctr"/>
                      <a:r>
                        <a:rPr lang="zh-CN" sz="1800" kern="100" dirty="0">
                          <a:effectLst/>
                        </a:rPr>
                        <a:t>课头</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a:effectLst/>
                        </a:rPr>
                        <a:t>$REQUESTD_PORT</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03510553"/>
                  </a:ext>
                </a:extLst>
              </a:tr>
              <a:tr h="513115">
                <a:tc>
                  <a:txBody>
                    <a:bodyPr/>
                    <a:lstStyle/>
                    <a:p>
                      <a:pPr indent="266700" algn="ctr"/>
                      <a:r>
                        <a:rPr lang="en-US" sz="1800" kern="100" dirty="0">
                          <a:effectLst/>
                        </a:rPr>
                        <a:t>U10M21003.1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a:effectLst/>
                        </a:rPr>
                        <a:t>18213</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54732530"/>
                  </a:ext>
                </a:extLst>
              </a:tr>
              <a:tr h="513115">
                <a:tc>
                  <a:txBody>
                    <a:bodyPr/>
                    <a:lstStyle/>
                    <a:p>
                      <a:pPr indent="266700" algn="ctr"/>
                      <a:r>
                        <a:rPr lang="en-US" sz="1800" kern="100" dirty="0">
                          <a:effectLst/>
                        </a:rPr>
                        <a:t>U10M21003.2</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dirty="0">
                          <a:effectLst/>
                        </a:rPr>
                        <a:t>18215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49554870"/>
                  </a:ext>
                </a:extLst>
              </a:tr>
              <a:tr h="513115">
                <a:tc>
                  <a:txBody>
                    <a:bodyPr/>
                    <a:lstStyle/>
                    <a:p>
                      <a:pPr indent="266700" algn="ctr"/>
                      <a:r>
                        <a:rPr lang="en-US" sz="1800" kern="100" dirty="0">
                          <a:effectLst/>
                        </a:rPr>
                        <a:t>U10M21003.3</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a:effectLst/>
                        </a:rPr>
                        <a:t>18217</a:t>
                      </a:r>
                      <a:endParaRPr lang="zh-CN" sz="18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86264793"/>
                  </a:ext>
                </a:extLst>
              </a:tr>
              <a:tr h="513115">
                <a:tc>
                  <a:txBody>
                    <a:bodyPr/>
                    <a:lstStyle/>
                    <a:p>
                      <a:pPr indent="266700" algn="ctr"/>
                      <a:r>
                        <a:rPr lang="en-US" sz="1800" kern="100" dirty="0">
                          <a:effectLst/>
                        </a:rPr>
                        <a:t>U10M21003.4</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dirty="0">
                          <a:effectLst/>
                        </a:rPr>
                        <a:t>182</a:t>
                      </a:r>
                      <a:r>
                        <a:rPr lang="en-US" altLang="zh-CN" sz="1800" kern="100" dirty="0">
                          <a:effectLst/>
                        </a:rPr>
                        <a:t>1</a:t>
                      </a:r>
                      <a:r>
                        <a:rPr lang="en-US" sz="1800" kern="100" dirty="0">
                          <a:effectLst/>
                        </a:rPr>
                        <a:t>9</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20485040"/>
                  </a:ext>
                </a:extLst>
              </a:tr>
              <a:tr h="513115">
                <a:tc>
                  <a:txBody>
                    <a:bodyPr/>
                    <a:lstStyle/>
                    <a:p>
                      <a:pPr indent="266700" algn="ctr"/>
                      <a:r>
                        <a:rPr lang="en-US" sz="1800" kern="100" dirty="0">
                          <a:effectLst/>
                        </a:rPr>
                        <a:t>U10M21003.5</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lgn="ctr"/>
                      <a:r>
                        <a:rPr lang="en-US" sz="1800" kern="100" dirty="0">
                          <a:effectLst/>
                        </a:rPr>
                        <a:t>182</a:t>
                      </a:r>
                      <a:r>
                        <a:rPr lang="en-US" altLang="zh-CN" sz="1800" kern="100" dirty="0">
                          <a:effectLst/>
                        </a:rPr>
                        <a:t>21</a:t>
                      </a:r>
                      <a:endParaRPr lang="zh-CN" sz="18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79674503"/>
                  </a:ext>
                </a:extLst>
              </a:tr>
            </a:tbl>
          </a:graphicData>
        </a:graphic>
      </p:graphicFrame>
      <p:sp>
        <p:nvSpPr>
          <p:cNvPr id="8" name="灯片编号占位符 7">
            <a:extLst>
              <a:ext uri="{FF2B5EF4-FFF2-40B4-BE49-F238E27FC236}">
                <a16:creationId xmlns:a16="http://schemas.microsoft.com/office/drawing/2014/main" id="{AC1763BF-CF95-CD7A-0144-4473AB45747B}"/>
              </a:ext>
            </a:extLst>
          </p:cNvPr>
          <p:cNvSpPr>
            <a:spLocks noGrp="1"/>
          </p:cNvSpPr>
          <p:nvPr>
            <p:ph type="sldNum" sz="quarter" idx="12"/>
          </p:nvPr>
        </p:nvSpPr>
        <p:spPr/>
        <p:txBody>
          <a:bodyPr/>
          <a:lstStyle/>
          <a:p>
            <a:fld id="{687D7A59-36E2-48B9-B146-C1E59501F63F}" type="slidenum">
              <a:rPr lang="en-US" smtClean="0"/>
              <a:pPr/>
              <a:t>21</a:t>
            </a:fld>
            <a:endParaRPr lang="en-US"/>
          </a:p>
        </p:txBody>
      </p:sp>
    </p:spTree>
    <p:extLst>
      <p:ext uri="{BB962C8B-B14F-4D97-AF65-F5344CB8AC3E}">
        <p14:creationId xmlns:p14="http://schemas.microsoft.com/office/powerpoint/2010/main" val="2024797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844824"/>
            <a:ext cx="8568951" cy="4608512"/>
          </a:xfrm>
        </p:spPr>
        <p:txBody>
          <a:bodyPr/>
          <a:lstStyle/>
          <a:p>
            <a:pPr marL="0" indent="0">
              <a:buNone/>
            </a:pPr>
            <a:r>
              <a:rPr lang="en-US" altLang="zh-CN" dirty="0"/>
              <a:t>1.   </a:t>
            </a:r>
            <a:r>
              <a:rPr lang="zh-CN" altLang="en-US" dirty="0"/>
              <a:t>调用</a:t>
            </a:r>
            <a:r>
              <a:rPr lang="en-US" altLang="zh-CN" dirty="0"/>
              <a:t>hex2raw</a:t>
            </a:r>
            <a:r>
              <a:rPr lang="zh-CN" altLang="en-US" dirty="0"/>
              <a:t>生成</a:t>
            </a:r>
            <a:r>
              <a:rPr lang="en-US" altLang="zh-CN" dirty="0"/>
              <a:t>.bin </a:t>
            </a:r>
            <a:r>
              <a:rPr lang="zh-CN" altLang="en-US" dirty="0"/>
              <a:t>文件</a:t>
            </a:r>
            <a:endParaRPr lang="en-US" altLang="zh-CN" dirty="0"/>
          </a:p>
          <a:p>
            <a:pPr marL="0" indent="0">
              <a:buNone/>
            </a:pPr>
            <a:endParaRPr lang="en-US" altLang="zh-CN" dirty="0"/>
          </a:p>
          <a:p>
            <a:pPr marL="0" indent="0">
              <a:buNone/>
            </a:pPr>
            <a:endParaRPr lang="en-US" altLang="zh-CN" dirty="0"/>
          </a:p>
          <a:p>
            <a:pPr marL="457200" indent="-457200">
              <a:buAutoNum type="arabicPeriod" startAt="2"/>
            </a:pPr>
            <a:r>
              <a:rPr lang="en-US" altLang="zh-CN" dirty="0" err="1"/>
              <a:t>gdb</a:t>
            </a:r>
            <a:r>
              <a:rPr lang="zh-CN" altLang="en-US" dirty="0"/>
              <a:t>执行</a:t>
            </a:r>
            <a:r>
              <a:rPr lang="en-US" altLang="zh-CN" dirty="0"/>
              <a:t>r</a:t>
            </a:r>
            <a:r>
              <a:rPr lang="zh-CN" altLang="en-US" dirty="0"/>
              <a:t>命令时用</a:t>
            </a:r>
            <a:r>
              <a:rPr lang="en-US" altLang="zh-CN" dirty="0" err="1"/>
              <a:t>smoke.bin</a:t>
            </a:r>
            <a:r>
              <a:rPr lang="en-US" altLang="zh-CN" dirty="0"/>
              <a:t> </a:t>
            </a:r>
            <a:r>
              <a:rPr lang="zh-CN" altLang="en-US" dirty="0"/>
              <a:t>作为输入</a:t>
            </a:r>
            <a:endParaRPr lang="en-US" altLang="zh-CN" dirty="0"/>
          </a:p>
          <a:p>
            <a:pPr marL="0" indent="0">
              <a:buNone/>
            </a:pPr>
            <a:r>
              <a:rPr lang="en-US" altLang="zh-CN" dirty="0"/>
              <a:t>       </a:t>
            </a:r>
            <a:endParaRPr lang="zh-CN" altLang="en-US" dirty="0"/>
          </a:p>
        </p:txBody>
      </p:sp>
      <p:sp>
        <p:nvSpPr>
          <p:cNvPr id="3" name="标题 2"/>
          <p:cNvSpPr>
            <a:spLocks noGrp="1"/>
          </p:cNvSpPr>
          <p:nvPr>
            <p:ph type="title"/>
          </p:nvPr>
        </p:nvSpPr>
        <p:spPr/>
        <p:txBody>
          <a:bodyPr/>
          <a:lstStyle/>
          <a:p>
            <a:r>
              <a:rPr lang="zh-CN" altLang="en-US" dirty="0"/>
              <a:t>调试方法</a:t>
            </a:r>
          </a:p>
        </p:txBody>
      </p:sp>
      <p:pic>
        <p:nvPicPr>
          <p:cNvPr id="4" name="图片 3"/>
          <p:cNvPicPr>
            <a:picLocks noChangeAspect="1"/>
          </p:cNvPicPr>
          <p:nvPr/>
        </p:nvPicPr>
        <p:blipFill>
          <a:blip r:embed="rId2"/>
          <a:stretch>
            <a:fillRect/>
          </a:stretch>
        </p:blipFill>
        <p:spPr>
          <a:xfrm>
            <a:off x="1115616" y="2564904"/>
            <a:ext cx="6674013" cy="451779"/>
          </a:xfrm>
          <a:prstGeom prst="rect">
            <a:avLst/>
          </a:prstGeom>
        </p:spPr>
      </p:pic>
      <p:sp>
        <p:nvSpPr>
          <p:cNvPr id="10" name="灯片编号占位符 9">
            <a:extLst>
              <a:ext uri="{FF2B5EF4-FFF2-40B4-BE49-F238E27FC236}">
                <a16:creationId xmlns:a16="http://schemas.microsoft.com/office/drawing/2014/main" id="{D197FE45-24BA-75E7-30CA-19A77DD62743}"/>
              </a:ext>
            </a:extLst>
          </p:cNvPr>
          <p:cNvSpPr>
            <a:spLocks noGrp="1"/>
          </p:cNvSpPr>
          <p:nvPr>
            <p:ph type="sldNum" sz="quarter" idx="12"/>
          </p:nvPr>
        </p:nvSpPr>
        <p:spPr/>
        <p:txBody>
          <a:bodyPr/>
          <a:lstStyle/>
          <a:p>
            <a:fld id="{687D7A59-36E2-48B9-B146-C1E59501F63F}" type="slidenum">
              <a:rPr lang="en-US" smtClean="0"/>
              <a:pPr/>
              <a:t>22</a:t>
            </a:fld>
            <a:endParaRPr lang="en-US"/>
          </a:p>
        </p:txBody>
      </p:sp>
      <p:pic>
        <p:nvPicPr>
          <p:cNvPr id="7" name="图片 6">
            <a:extLst>
              <a:ext uri="{FF2B5EF4-FFF2-40B4-BE49-F238E27FC236}">
                <a16:creationId xmlns:a16="http://schemas.microsoft.com/office/drawing/2014/main" id="{36D42945-A490-4F7F-CE0D-AC8EADF48A88}"/>
              </a:ext>
            </a:extLst>
          </p:cNvPr>
          <p:cNvPicPr>
            <a:picLocks noChangeAspect="1"/>
          </p:cNvPicPr>
          <p:nvPr/>
        </p:nvPicPr>
        <p:blipFill>
          <a:blip r:embed="rId3"/>
          <a:stretch>
            <a:fillRect/>
          </a:stretch>
        </p:blipFill>
        <p:spPr>
          <a:xfrm>
            <a:off x="1115616" y="3885547"/>
            <a:ext cx="6398171" cy="527065"/>
          </a:xfrm>
          <a:prstGeom prst="rect">
            <a:avLst/>
          </a:prstGeom>
        </p:spPr>
      </p:pic>
    </p:spTree>
    <p:extLst>
      <p:ext uri="{BB962C8B-B14F-4D97-AF65-F5344CB8AC3E}">
        <p14:creationId xmlns:p14="http://schemas.microsoft.com/office/powerpoint/2010/main" val="2292945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2_nordridesign">
  <a:themeElements>
    <a:clrScheme name="2_nordridesign 1">
      <a:dk1>
        <a:srgbClr val="000000"/>
      </a:dk1>
      <a:lt1>
        <a:srgbClr val="FFFFFF"/>
      </a:lt1>
      <a:dk2>
        <a:srgbClr val="000000"/>
      </a:dk2>
      <a:lt2>
        <a:srgbClr val="B2B2B2"/>
      </a:lt2>
      <a:accent1>
        <a:srgbClr val="333333"/>
      </a:accent1>
      <a:accent2>
        <a:srgbClr val="080808"/>
      </a:accent2>
      <a:accent3>
        <a:srgbClr val="FFFFFF"/>
      </a:accent3>
      <a:accent4>
        <a:srgbClr val="000000"/>
      </a:accent4>
      <a:accent5>
        <a:srgbClr val="ADADAD"/>
      </a:accent5>
      <a:accent6>
        <a:srgbClr val="060606"/>
      </a:accent6>
      <a:hlink>
        <a:srgbClr val="FFCC00"/>
      </a:hlink>
      <a:folHlink>
        <a:srgbClr val="FF6600"/>
      </a:folHlink>
    </a:clrScheme>
    <a:fontScheme name="2_nordridesign">
      <a:majorFont>
        <a:latin typeface="黑体"/>
        <a:ea typeface="宋体"/>
        <a:cs typeface=""/>
      </a:majorFont>
      <a:minorFont>
        <a:latin typeface="黑体"/>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nordridesign 1">
        <a:dk1>
          <a:srgbClr val="000000"/>
        </a:dk1>
        <a:lt1>
          <a:srgbClr val="FFFFFF"/>
        </a:lt1>
        <a:dk2>
          <a:srgbClr val="000000"/>
        </a:dk2>
        <a:lt2>
          <a:srgbClr val="B2B2B2"/>
        </a:lt2>
        <a:accent1>
          <a:srgbClr val="333333"/>
        </a:accent1>
        <a:accent2>
          <a:srgbClr val="080808"/>
        </a:accent2>
        <a:accent3>
          <a:srgbClr val="FFFFFF"/>
        </a:accent3>
        <a:accent4>
          <a:srgbClr val="000000"/>
        </a:accent4>
        <a:accent5>
          <a:srgbClr val="ADADAD"/>
        </a:accent5>
        <a:accent6>
          <a:srgbClr val="060606"/>
        </a:accent6>
        <a:hlink>
          <a:srgbClr val="FFCC00"/>
        </a:hlink>
        <a:folHlink>
          <a:srgbClr val="FF6600"/>
        </a:folHlink>
      </a:clrScheme>
      <a:clrMap bg1="lt1" tx1="dk1" bg2="lt2" tx2="dk2" accent1="accent1" accent2="accent2" accent3="accent3" accent4="accent4" accent5="accent5" accent6="accent6" hlink="hlink" folHlink="folHlink"/>
    </a:extraClrScheme>
    <a:extraClrScheme>
      <a:clrScheme name="2_nordridesign 2">
        <a:dk1>
          <a:srgbClr val="000000"/>
        </a:dk1>
        <a:lt1>
          <a:srgbClr val="FFFFFF"/>
        </a:lt1>
        <a:dk2>
          <a:srgbClr val="FFFFFF"/>
        </a:dk2>
        <a:lt2>
          <a:srgbClr val="DBF5F9"/>
        </a:lt2>
        <a:accent1>
          <a:srgbClr val="0F6FC6"/>
        </a:accent1>
        <a:accent2>
          <a:srgbClr val="009DD9"/>
        </a:accent2>
        <a:accent3>
          <a:srgbClr val="FFFFFF"/>
        </a:accent3>
        <a:accent4>
          <a:srgbClr val="000000"/>
        </a:accent4>
        <a:accent5>
          <a:srgbClr val="AABBDF"/>
        </a:accent5>
        <a:accent6>
          <a:srgbClr val="008EC4"/>
        </a:accent6>
        <a:hlink>
          <a:srgbClr val="E2D700"/>
        </a:hlink>
        <a:folHlink>
          <a:srgbClr val="85DFD0"/>
        </a:folHlink>
      </a:clrScheme>
      <a:clrMap bg1="lt1" tx1="dk1" bg2="lt2" tx2="dk2" accent1="accent1" accent2="accent2" accent3="accent3" accent4="accent4" accent5="accent5" accent6="accent6" hlink="hlink" folHlink="folHlink"/>
    </a:extraClrScheme>
    <a:extraClrScheme>
      <a:clrScheme name="2_nordridesign 3">
        <a:dk1>
          <a:srgbClr val="000000"/>
        </a:dk1>
        <a:lt1>
          <a:srgbClr val="FFFFFF"/>
        </a:lt1>
        <a:dk2>
          <a:srgbClr val="FFFFFF"/>
        </a:dk2>
        <a:lt2>
          <a:srgbClr val="DBF5F9"/>
        </a:lt2>
        <a:accent1>
          <a:srgbClr val="FFCC00"/>
        </a:accent1>
        <a:accent2>
          <a:srgbClr val="FF9933"/>
        </a:accent2>
        <a:accent3>
          <a:srgbClr val="FFFFFF"/>
        </a:accent3>
        <a:accent4>
          <a:srgbClr val="000000"/>
        </a:accent4>
        <a:accent5>
          <a:srgbClr val="FFE2AA"/>
        </a:accent5>
        <a:accent6>
          <a:srgbClr val="E78A2D"/>
        </a:accent6>
        <a:hlink>
          <a:srgbClr val="CCFFFF"/>
        </a:hlink>
        <a:folHlink>
          <a:srgbClr val="85DFD0"/>
        </a:folHlink>
      </a:clrScheme>
      <a:clrMap bg1="lt1" tx1="dk1" bg2="lt2" tx2="dk2" accent1="accent1" accent2="accent2" accent3="accent3" accent4="accent4" accent5="accent5" accent6="accent6" hlink="hlink" folHlink="folHlink"/>
    </a:extraClrScheme>
    <a:extraClrScheme>
      <a:clrScheme name="2_nordridesign 4">
        <a:dk1>
          <a:srgbClr val="000000"/>
        </a:dk1>
        <a:lt1>
          <a:srgbClr val="FFFFFF"/>
        </a:lt1>
        <a:dk2>
          <a:srgbClr val="FFFFFF"/>
        </a:dk2>
        <a:lt2>
          <a:srgbClr val="DBF5F9"/>
        </a:lt2>
        <a:accent1>
          <a:srgbClr val="FFCC00"/>
        </a:accent1>
        <a:accent2>
          <a:srgbClr val="FF9933"/>
        </a:accent2>
        <a:accent3>
          <a:srgbClr val="FFFFFF"/>
        </a:accent3>
        <a:accent4>
          <a:srgbClr val="000000"/>
        </a:accent4>
        <a:accent5>
          <a:srgbClr val="FFE2AA"/>
        </a:accent5>
        <a:accent6>
          <a:srgbClr val="E78A2D"/>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2_nordridesign 5">
        <a:dk1>
          <a:srgbClr val="000000"/>
        </a:dk1>
        <a:lt1>
          <a:srgbClr val="080808"/>
        </a:lt1>
        <a:dk2>
          <a:srgbClr val="FFFFFF"/>
        </a:dk2>
        <a:lt2>
          <a:srgbClr val="DBF5F9"/>
        </a:lt2>
        <a:accent1>
          <a:srgbClr val="FFCC00"/>
        </a:accent1>
        <a:accent2>
          <a:srgbClr val="FF9933"/>
        </a:accent2>
        <a:accent3>
          <a:srgbClr val="AAAAAA"/>
        </a:accent3>
        <a:accent4>
          <a:srgbClr val="000000"/>
        </a:accent4>
        <a:accent5>
          <a:srgbClr val="FFE2AA"/>
        </a:accent5>
        <a:accent6>
          <a:srgbClr val="E78A2D"/>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2_nordridesign 6">
        <a:dk1>
          <a:srgbClr val="DBF5F9"/>
        </a:dk1>
        <a:lt1>
          <a:srgbClr val="FFFFFF"/>
        </a:lt1>
        <a:dk2>
          <a:srgbClr val="080808"/>
        </a:dk2>
        <a:lt2>
          <a:srgbClr val="FFFFFF"/>
        </a:lt2>
        <a:accent1>
          <a:srgbClr val="FFCC00"/>
        </a:accent1>
        <a:accent2>
          <a:srgbClr val="FF9933"/>
        </a:accent2>
        <a:accent3>
          <a:srgbClr val="AAAAAA"/>
        </a:accent3>
        <a:accent4>
          <a:srgbClr val="DADADA"/>
        </a:accent4>
        <a:accent5>
          <a:srgbClr val="FFE2AA"/>
        </a:accent5>
        <a:accent6>
          <a:srgbClr val="E78A2D"/>
        </a:accent6>
        <a:hlink>
          <a:srgbClr val="CCFFFF"/>
        </a:hlink>
        <a:folHlink>
          <a:srgbClr val="FFFFFF"/>
        </a:folHlink>
      </a:clrScheme>
      <a:clrMap bg1="dk2" tx1="lt1" bg2="dk1" tx2="lt2" accent1="accent1" accent2="accent2" accent3="accent3" accent4="accent4" accent5="accent5" accent6="accent6" hlink="hlink" folHlink="folHlink"/>
    </a:extraClrScheme>
    <a:extraClrScheme>
      <a:clrScheme name="2_nordridesign 7">
        <a:dk1>
          <a:srgbClr val="DBF5F9"/>
        </a:dk1>
        <a:lt1>
          <a:srgbClr val="FFFFFF"/>
        </a:lt1>
        <a:dk2>
          <a:srgbClr val="080808"/>
        </a:dk2>
        <a:lt2>
          <a:srgbClr val="FFFFFF"/>
        </a:lt2>
        <a:accent1>
          <a:srgbClr val="FFFF00"/>
        </a:accent1>
        <a:accent2>
          <a:srgbClr val="FFCC00"/>
        </a:accent2>
        <a:accent3>
          <a:srgbClr val="AAAAAA"/>
        </a:accent3>
        <a:accent4>
          <a:srgbClr val="DADADA"/>
        </a:accent4>
        <a:accent5>
          <a:srgbClr val="FFFFAA"/>
        </a:accent5>
        <a:accent6>
          <a:srgbClr val="E7B900"/>
        </a:accent6>
        <a:hlink>
          <a:srgbClr val="CCFFFF"/>
        </a:hlink>
        <a:folHlink>
          <a:srgbClr val="FFFFFF"/>
        </a:folHlink>
      </a:clrScheme>
      <a:clrMap bg1="dk2" tx1="lt1" bg2="dk1" tx2="lt2" accent1="accent1" accent2="accent2" accent3="accent3" accent4="accent4" accent5="accent5" accent6="accent6" hlink="hlink" folHlink="folHlink"/>
    </a:extraClrScheme>
    <a:extraClrScheme>
      <a:clrScheme name="2_nordridesign 8">
        <a:dk1>
          <a:srgbClr val="FFFFFF"/>
        </a:dk1>
        <a:lt1>
          <a:srgbClr val="FFFFFF"/>
        </a:lt1>
        <a:dk2>
          <a:srgbClr val="FFFFFF"/>
        </a:dk2>
        <a:lt2>
          <a:srgbClr val="DBF5F9"/>
        </a:lt2>
        <a:accent1>
          <a:srgbClr val="FFFF00"/>
        </a:accent1>
        <a:accent2>
          <a:srgbClr val="FFCC00"/>
        </a:accent2>
        <a:accent3>
          <a:srgbClr val="FFFFFF"/>
        </a:accent3>
        <a:accent4>
          <a:srgbClr val="DADADA"/>
        </a:accent4>
        <a:accent5>
          <a:srgbClr val="FFFFAA"/>
        </a:accent5>
        <a:accent6>
          <a:srgbClr val="E7B900"/>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2_nordridesign 9">
        <a:dk1>
          <a:srgbClr val="000000"/>
        </a:dk1>
        <a:lt1>
          <a:srgbClr val="FFFFFF"/>
        </a:lt1>
        <a:dk2>
          <a:srgbClr val="FFFFFF"/>
        </a:dk2>
        <a:lt2>
          <a:srgbClr val="DBF5F9"/>
        </a:lt2>
        <a:accent1>
          <a:srgbClr val="FFFF00"/>
        </a:accent1>
        <a:accent2>
          <a:srgbClr val="FFCC00"/>
        </a:accent2>
        <a:accent3>
          <a:srgbClr val="FFFFFF"/>
        </a:accent3>
        <a:accent4>
          <a:srgbClr val="000000"/>
        </a:accent4>
        <a:accent5>
          <a:srgbClr val="FFFFAA"/>
        </a:accent5>
        <a:accent6>
          <a:srgbClr val="E7B900"/>
        </a:accent6>
        <a:hlink>
          <a:srgbClr val="CCFFFF"/>
        </a:hlink>
        <a:folHlink>
          <a:srgbClr val="FFFF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nordridesign">
  <a:themeElements>
    <a:clrScheme name="1_nordridesign 1">
      <a:dk1>
        <a:srgbClr val="000000"/>
      </a:dk1>
      <a:lt1>
        <a:srgbClr val="FFFFFF"/>
      </a:lt1>
      <a:dk2>
        <a:srgbClr val="000000"/>
      </a:dk2>
      <a:lt2>
        <a:srgbClr val="B2B2B2"/>
      </a:lt2>
      <a:accent1>
        <a:srgbClr val="333333"/>
      </a:accent1>
      <a:accent2>
        <a:srgbClr val="080808"/>
      </a:accent2>
      <a:accent3>
        <a:srgbClr val="FFFFFF"/>
      </a:accent3>
      <a:accent4>
        <a:srgbClr val="000000"/>
      </a:accent4>
      <a:accent5>
        <a:srgbClr val="ADADAD"/>
      </a:accent5>
      <a:accent6>
        <a:srgbClr val="060606"/>
      </a:accent6>
      <a:hlink>
        <a:srgbClr val="FFCC00"/>
      </a:hlink>
      <a:folHlink>
        <a:srgbClr val="FF6600"/>
      </a:folHlink>
    </a:clrScheme>
    <a:fontScheme name="1_nordridesign">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nordridesign 1">
        <a:dk1>
          <a:srgbClr val="000000"/>
        </a:dk1>
        <a:lt1>
          <a:srgbClr val="FFFFFF"/>
        </a:lt1>
        <a:dk2>
          <a:srgbClr val="000000"/>
        </a:dk2>
        <a:lt2>
          <a:srgbClr val="B2B2B2"/>
        </a:lt2>
        <a:accent1>
          <a:srgbClr val="333333"/>
        </a:accent1>
        <a:accent2>
          <a:srgbClr val="080808"/>
        </a:accent2>
        <a:accent3>
          <a:srgbClr val="FFFFFF"/>
        </a:accent3>
        <a:accent4>
          <a:srgbClr val="000000"/>
        </a:accent4>
        <a:accent5>
          <a:srgbClr val="ADADAD"/>
        </a:accent5>
        <a:accent6>
          <a:srgbClr val="060606"/>
        </a:accent6>
        <a:hlink>
          <a:srgbClr val="FFCC00"/>
        </a:hlink>
        <a:folHlink>
          <a:srgbClr val="FF6600"/>
        </a:folHlink>
      </a:clrScheme>
      <a:clrMap bg1="lt1" tx1="dk1" bg2="lt2" tx2="dk2" accent1="accent1" accent2="accent2" accent3="accent3" accent4="accent4" accent5="accent5" accent6="accent6" hlink="hlink" folHlink="folHlink"/>
    </a:extraClrScheme>
    <a:extraClrScheme>
      <a:clrScheme name="1_nordridesign 2">
        <a:dk1>
          <a:srgbClr val="000000"/>
        </a:dk1>
        <a:lt1>
          <a:srgbClr val="FFFFFF"/>
        </a:lt1>
        <a:dk2>
          <a:srgbClr val="FFFFFF"/>
        </a:dk2>
        <a:lt2>
          <a:srgbClr val="DBF5F9"/>
        </a:lt2>
        <a:accent1>
          <a:srgbClr val="0F6FC6"/>
        </a:accent1>
        <a:accent2>
          <a:srgbClr val="009DD9"/>
        </a:accent2>
        <a:accent3>
          <a:srgbClr val="FFFFFF"/>
        </a:accent3>
        <a:accent4>
          <a:srgbClr val="000000"/>
        </a:accent4>
        <a:accent5>
          <a:srgbClr val="AABBDF"/>
        </a:accent5>
        <a:accent6>
          <a:srgbClr val="008EC4"/>
        </a:accent6>
        <a:hlink>
          <a:srgbClr val="E2D700"/>
        </a:hlink>
        <a:folHlink>
          <a:srgbClr val="85DFD0"/>
        </a:folHlink>
      </a:clrScheme>
      <a:clrMap bg1="lt1" tx1="dk1" bg2="lt2" tx2="dk2" accent1="accent1" accent2="accent2" accent3="accent3" accent4="accent4" accent5="accent5" accent6="accent6" hlink="hlink" folHlink="folHlink"/>
    </a:extraClrScheme>
    <a:extraClrScheme>
      <a:clrScheme name="1_nordridesign 3">
        <a:dk1>
          <a:srgbClr val="000000"/>
        </a:dk1>
        <a:lt1>
          <a:srgbClr val="FFFFFF"/>
        </a:lt1>
        <a:dk2>
          <a:srgbClr val="FFFFFF"/>
        </a:dk2>
        <a:lt2>
          <a:srgbClr val="DBF5F9"/>
        </a:lt2>
        <a:accent1>
          <a:srgbClr val="FFCC00"/>
        </a:accent1>
        <a:accent2>
          <a:srgbClr val="FF9933"/>
        </a:accent2>
        <a:accent3>
          <a:srgbClr val="FFFFFF"/>
        </a:accent3>
        <a:accent4>
          <a:srgbClr val="000000"/>
        </a:accent4>
        <a:accent5>
          <a:srgbClr val="FFE2AA"/>
        </a:accent5>
        <a:accent6>
          <a:srgbClr val="E78A2D"/>
        </a:accent6>
        <a:hlink>
          <a:srgbClr val="CCFFFF"/>
        </a:hlink>
        <a:folHlink>
          <a:srgbClr val="85DFD0"/>
        </a:folHlink>
      </a:clrScheme>
      <a:clrMap bg1="lt1" tx1="dk1" bg2="lt2" tx2="dk2" accent1="accent1" accent2="accent2" accent3="accent3" accent4="accent4" accent5="accent5" accent6="accent6" hlink="hlink" folHlink="folHlink"/>
    </a:extraClrScheme>
    <a:extraClrScheme>
      <a:clrScheme name="1_nordridesign 4">
        <a:dk1>
          <a:srgbClr val="000000"/>
        </a:dk1>
        <a:lt1>
          <a:srgbClr val="FFFFFF"/>
        </a:lt1>
        <a:dk2>
          <a:srgbClr val="FFFFFF"/>
        </a:dk2>
        <a:lt2>
          <a:srgbClr val="DBF5F9"/>
        </a:lt2>
        <a:accent1>
          <a:srgbClr val="FFCC00"/>
        </a:accent1>
        <a:accent2>
          <a:srgbClr val="FF9933"/>
        </a:accent2>
        <a:accent3>
          <a:srgbClr val="FFFFFF"/>
        </a:accent3>
        <a:accent4>
          <a:srgbClr val="000000"/>
        </a:accent4>
        <a:accent5>
          <a:srgbClr val="FFE2AA"/>
        </a:accent5>
        <a:accent6>
          <a:srgbClr val="E78A2D"/>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1_nordridesign 5">
        <a:dk1>
          <a:srgbClr val="000000"/>
        </a:dk1>
        <a:lt1>
          <a:srgbClr val="080808"/>
        </a:lt1>
        <a:dk2>
          <a:srgbClr val="FFFFFF"/>
        </a:dk2>
        <a:lt2>
          <a:srgbClr val="DBF5F9"/>
        </a:lt2>
        <a:accent1>
          <a:srgbClr val="FFCC00"/>
        </a:accent1>
        <a:accent2>
          <a:srgbClr val="FF9933"/>
        </a:accent2>
        <a:accent3>
          <a:srgbClr val="AAAAAA"/>
        </a:accent3>
        <a:accent4>
          <a:srgbClr val="000000"/>
        </a:accent4>
        <a:accent5>
          <a:srgbClr val="FFE2AA"/>
        </a:accent5>
        <a:accent6>
          <a:srgbClr val="E78A2D"/>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1_nordridesign 6">
        <a:dk1>
          <a:srgbClr val="DBF5F9"/>
        </a:dk1>
        <a:lt1>
          <a:srgbClr val="FFFFFF"/>
        </a:lt1>
        <a:dk2>
          <a:srgbClr val="080808"/>
        </a:dk2>
        <a:lt2>
          <a:srgbClr val="FFFFFF"/>
        </a:lt2>
        <a:accent1>
          <a:srgbClr val="FFCC00"/>
        </a:accent1>
        <a:accent2>
          <a:srgbClr val="FF9933"/>
        </a:accent2>
        <a:accent3>
          <a:srgbClr val="AAAAAA"/>
        </a:accent3>
        <a:accent4>
          <a:srgbClr val="DADADA"/>
        </a:accent4>
        <a:accent5>
          <a:srgbClr val="FFE2AA"/>
        </a:accent5>
        <a:accent6>
          <a:srgbClr val="E78A2D"/>
        </a:accent6>
        <a:hlink>
          <a:srgbClr val="CCFFFF"/>
        </a:hlink>
        <a:folHlink>
          <a:srgbClr val="FFFFFF"/>
        </a:folHlink>
      </a:clrScheme>
      <a:clrMap bg1="dk2" tx1="lt1" bg2="dk1" tx2="lt2" accent1="accent1" accent2="accent2" accent3="accent3" accent4="accent4" accent5="accent5" accent6="accent6" hlink="hlink" folHlink="folHlink"/>
    </a:extraClrScheme>
    <a:extraClrScheme>
      <a:clrScheme name="1_nordridesign 7">
        <a:dk1>
          <a:srgbClr val="DBF5F9"/>
        </a:dk1>
        <a:lt1>
          <a:srgbClr val="FFFFFF"/>
        </a:lt1>
        <a:dk2>
          <a:srgbClr val="080808"/>
        </a:dk2>
        <a:lt2>
          <a:srgbClr val="FFFFFF"/>
        </a:lt2>
        <a:accent1>
          <a:srgbClr val="FFFF00"/>
        </a:accent1>
        <a:accent2>
          <a:srgbClr val="FFCC00"/>
        </a:accent2>
        <a:accent3>
          <a:srgbClr val="AAAAAA"/>
        </a:accent3>
        <a:accent4>
          <a:srgbClr val="DADADA"/>
        </a:accent4>
        <a:accent5>
          <a:srgbClr val="FFFFAA"/>
        </a:accent5>
        <a:accent6>
          <a:srgbClr val="E7B900"/>
        </a:accent6>
        <a:hlink>
          <a:srgbClr val="CCFFFF"/>
        </a:hlink>
        <a:folHlink>
          <a:srgbClr val="FFFFFF"/>
        </a:folHlink>
      </a:clrScheme>
      <a:clrMap bg1="dk2" tx1="lt1" bg2="dk1" tx2="lt2" accent1="accent1" accent2="accent2" accent3="accent3" accent4="accent4" accent5="accent5" accent6="accent6" hlink="hlink" folHlink="folHlink"/>
    </a:extraClrScheme>
    <a:extraClrScheme>
      <a:clrScheme name="1_nordridesign 8">
        <a:dk1>
          <a:srgbClr val="FFFFFF"/>
        </a:dk1>
        <a:lt1>
          <a:srgbClr val="FFFFFF"/>
        </a:lt1>
        <a:dk2>
          <a:srgbClr val="FFFFFF"/>
        </a:dk2>
        <a:lt2>
          <a:srgbClr val="DBF5F9"/>
        </a:lt2>
        <a:accent1>
          <a:srgbClr val="FFFF00"/>
        </a:accent1>
        <a:accent2>
          <a:srgbClr val="FFCC00"/>
        </a:accent2>
        <a:accent3>
          <a:srgbClr val="FFFFFF"/>
        </a:accent3>
        <a:accent4>
          <a:srgbClr val="DADADA"/>
        </a:accent4>
        <a:accent5>
          <a:srgbClr val="FFFFAA"/>
        </a:accent5>
        <a:accent6>
          <a:srgbClr val="E7B900"/>
        </a:accent6>
        <a:hlink>
          <a:srgbClr val="CCFFFF"/>
        </a:hlink>
        <a:folHlink>
          <a:srgbClr val="FFFFFF"/>
        </a:folHlink>
      </a:clrScheme>
      <a:clrMap bg1="lt1" tx1="dk1" bg2="lt2" tx2="dk2" accent1="accent1" accent2="accent2" accent3="accent3" accent4="accent4" accent5="accent5" accent6="accent6" hlink="hlink" folHlink="folHlink"/>
    </a:extraClrScheme>
    <a:extraClrScheme>
      <a:clrScheme name="1_nordridesign 9">
        <a:dk1>
          <a:srgbClr val="000000"/>
        </a:dk1>
        <a:lt1>
          <a:srgbClr val="FFFFFF"/>
        </a:lt1>
        <a:dk2>
          <a:srgbClr val="FFFFFF"/>
        </a:dk2>
        <a:lt2>
          <a:srgbClr val="DBF5F9"/>
        </a:lt2>
        <a:accent1>
          <a:srgbClr val="FFFF00"/>
        </a:accent1>
        <a:accent2>
          <a:srgbClr val="FFCC00"/>
        </a:accent2>
        <a:accent3>
          <a:srgbClr val="FFFFFF"/>
        </a:accent3>
        <a:accent4>
          <a:srgbClr val="000000"/>
        </a:accent4>
        <a:accent5>
          <a:srgbClr val="FFFFAA"/>
        </a:accent5>
        <a:accent6>
          <a:srgbClr val="E7B900"/>
        </a:accent6>
        <a:hlink>
          <a:srgbClr val="CCFFFF"/>
        </a:hlink>
        <a:folHlink>
          <a:srgbClr val="FFFFF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21659</TotalTime>
  <Words>1211</Words>
  <Application>Microsoft Office PowerPoint</Application>
  <PresentationFormat>全屏显示(4:3)</PresentationFormat>
  <Paragraphs>202</Paragraphs>
  <Slides>23</Slides>
  <Notes>1</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23</vt:i4>
      </vt:variant>
    </vt:vector>
  </HeadingPairs>
  <TitlesOfParts>
    <vt:vector size="37" baseType="lpstr">
      <vt:lpstr>Arial</vt:lpstr>
      <vt:lpstr>Cambria Math</vt:lpstr>
      <vt:lpstr>Calibri</vt:lpstr>
      <vt:lpstr>Verdana</vt:lpstr>
      <vt:lpstr>Candara</vt:lpstr>
      <vt:lpstr>楷体</vt:lpstr>
      <vt:lpstr>Wingdings</vt:lpstr>
      <vt:lpstr>黑体</vt:lpstr>
      <vt:lpstr>微软雅黑</vt:lpstr>
      <vt:lpstr>宋体</vt:lpstr>
      <vt:lpstr>Symbol</vt:lpstr>
      <vt:lpstr>2_nordridesign</vt:lpstr>
      <vt:lpstr>1_nordridesign</vt:lpstr>
      <vt:lpstr>1_波形</vt:lpstr>
      <vt:lpstr>PowerPoint 演示文稿</vt:lpstr>
      <vt:lpstr>实验介绍</vt:lpstr>
      <vt:lpstr>实验包文件</vt:lpstr>
      <vt:lpstr>实验任务</vt:lpstr>
      <vt:lpstr>原始分数比例</vt:lpstr>
      <vt:lpstr>bufbomb函数调用关系</vt:lpstr>
      <vt:lpstr>bufbomb运行方法</vt:lpstr>
      <vt:lpstr>目标程序bufbomb分析 ——getbuf函数</vt:lpstr>
      <vt:lpstr>PowerPoint 演示文稿</vt:lpstr>
      <vt:lpstr>运行一下bufbomb</vt:lpstr>
      <vt:lpstr>PowerPoint 演示文稿</vt:lpstr>
      <vt:lpstr>攻击手段</vt:lpstr>
      <vt:lpstr>实验流程</vt:lpstr>
      <vt:lpstr>任务1：Smoke</vt:lpstr>
      <vt:lpstr>Smoke攻击原理</vt:lpstr>
      <vt:lpstr>解题过程 —反汇编代码分析</vt:lpstr>
      <vt:lpstr>PowerPoint 演示文稿</vt:lpstr>
      <vt:lpstr>输入字符串的方法---hex2raw</vt:lpstr>
      <vt:lpstr>PowerPoint 演示文稿</vt:lpstr>
      <vt:lpstr>成功</vt:lpstr>
      <vt:lpstr>查看scoreboard</vt:lpstr>
      <vt:lpstr>不同课头scoreboard端口</vt:lpstr>
      <vt:lpstr>调试方法</vt:lpstr>
    </vt:vector>
  </TitlesOfParts>
  <Company>NordriDesign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NordriDesign;wuyan_1103</dc:creator>
  <cp:keywords>ppt幻灯设计/ppt模板设计</cp:keywords>
  <dc:description>nordridesign.com</dc:description>
  <cp:lastModifiedBy>yan guo</cp:lastModifiedBy>
  <cp:revision>1402</cp:revision>
  <dcterms:created xsi:type="dcterms:W3CDTF">2009-09-14T03:13:49Z</dcterms:created>
  <dcterms:modified xsi:type="dcterms:W3CDTF">2025-12-02T10:41:26Z</dcterms:modified>
</cp:coreProperties>
</file>